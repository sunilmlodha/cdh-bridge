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7"/>
  </p:notesMasterIdLst>
  <p:sldIdLst>
    <p:sldId id="259" r:id="rId5"/>
    <p:sldId id="261" r:id="rId74"/>
    <p:sldId id="262" r:id="rId75"/>
    <p:sldId id="263" r:id="rId76"/>
    <p:sldId id="264" r:id="rId77"/>
    <p:sldId id="265" r:id="rId78"/>
    <p:sldId id="266" r:id="rId79"/>
    <p:sldId id="267" r:id="rId80"/>
    <p:sldId id="268" r:id="rId81"/>
    <p:sldId id="269" r:id="rId82"/>
    <p:sldId id="270" r:id="rId83"/>
    <p:sldId id="271" r:id="rId84"/>
    <p:sldId id="272" r:id="rId85"/>
    <p:sldId id="273" r:id="rId86"/>
    <p:sldId id="274"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DE4734A-49AC-B3B3-A8B5-605A2FD6CFD1}" name="Stephen Montgomery" initials="SM" userId="S::smontgomery@wearedcs.com::361a0cf2-c151-44e9-a108-60a0ab08a6f0" providerId="AD"/>
  <p188:author id="{D83C994E-387D-3BA6-EA35-23CDB5E07564}" name="Sanjay Jobanputra" initials="SJ" userId="S::sjobanputra@wearedcs.com::b5f6964d-a8bd-47bf-9e5b-575c7c6d3308" providerId="AD"/>
  <p188:author id="{6420EE53-9E62-47CE-7D7D-B6B2A486D8F2}" name="Douglas Hampton" initials="DH" userId="S::dhampton@wearedcs.com::378431e6-c4ea-44dc-93c8-c24d6d747533" providerId="AD"/>
  <p188:author id="{576DB177-043E-C709-BE6D-4A0F97EAD352}" name="Emma Laden" initials="EL" userId="S::eladen@wearedcs.com::8ae6f82e-eb40-406a-b51f-1b4c4842b056" providerId="AD"/>
  <p188:author id="{5B9338EA-B520-732A-8EF4-9A1AED811D20}" name="Sathiesh Lokanadan" initials="SL" userId="S::slokanadan@wearedcs.com::d679ac63-7a1d-447d-8343-2d1a54bbcc1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6F2E2"/>
    <a:srgbClr val="A32AE1"/>
    <a:srgbClr val="F06C00"/>
    <a:srgbClr val="5E10B1"/>
    <a:srgbClr val="08072D"/>
    <a:srgbClr val="000000"/>
    <a:srgbClr val="551E6F"/>
    <a:srgbClr val="561F70"/>
    <a:srgbClr val="0F0E5A"/>
    <a:srgbClr val="1229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0"/>
  </p:normalViewPr>
  <p:slideViewPr>
    <p:cSldViewPr snapToGrid="0">
      <p:cViewPr varScale="1">
        <p:scale>
          <a:sx n="93" d="100"/>
          <a:sy n="93" d="100"/>
        </p:scale>
        <p:origin x="1224" y="50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68" Type="http://schemas.openxmlformats.org/officeDocument/2006/relationships/presProps" Target="presProps.xml"/><Relationship Id="rId71" Type="http://schemas.openxmlformats.org/officeDocument/2006/relationships/tableStyles" Target="tableStyles.xml"/><Relationship Id="rId2" Type="http://schemas.openxmlformats.org/officeDocument/2006/relationships/customXml" Target="../customXml/item2.xml"/><Relationship Id="rId5" Type="http://schemas.openxmlformats.org/officeDocument/2006/relationships/slide" Target="slides/slide1.xml"/><Relationship Id="rId69" Type="http://schemas.openxmlformats.org/officeDocument/2006/relationships/viewProps" Target="viewProps.xml"/><Relationship Id="rId72" Type="http://schemas.microsoft.com/office/2018/10/relationships/authors" Target="authors.xml"/><Relationship Id="rId3" Type="http://schemas.openxmlformats.org/officeDocument/2006/relationships/customXml" Target="../customXml/item3.xml"/><Relationship Id="rId67" Type="http://schemas.openxmlformats.org/officeDocument/2006/relationships/notesMaster" Target="notesMasters/notesMaster1.xml"/><Relationship Id="rId70" Type="http://schemas.openxmlformats.org/officeDocument/2006/relationships/theme" Target="theme/theme1.xml"/><Relationship Id="rId1" Type="http://schemas.openxmlformats.org/officeDocument/2006/relationships/customXml" Target="../customXml/item1.xml"/><Relationship Id="rId4" Type="http://schemas.openxmlformats.org/officeDocument/2006/relationships/slideMaster" Target="slideMasters/slideMaster1.xml"/><Relationship Id="rId74" Type="http://schemas.openxmlformats.org/officeDocument/2006/relationships/slide" Target="slides/slide3.xml"/><Relationship Id="rId75" Type="http://schemas.openxmlformats.org/officeDocument/2006/relationships/slide" Target="slides/slide4.xml"/><Relationship Id="rId76" Type="http://schemas.openxmlformats.org/officeDocument/2006/relationships/slide" Target="slides/slide5.xml"/><Relationship Id="rId77" Type="http://schemas.openxmlformats.org/officeDocument/2006/relationships/slide" Target="slides/slide6.xml"/><Relationship Id="rId78" Type="http://schemas.openxmlformats.org/officeDocument/2006/relationships/slide" Target="slides/slide7.xml"/><Relationship Id="rId79" Type="http://schemas.openxmlformats.org/officeDocument/2006/relationships/slide" Target="slides/slide8.xml"/><Relationship Id="rId80" Type="http://schemas.openxmlformats.org/officeDocument/2006/relationships/slide" Target="slides/slide9.xml"/><Relationship Id="rId81" Type="http://schemas.openxmlformats.org/officeDocument/2006/relationships/slide" Target="slides/slide10.xml"/><Relationship Id="rId82" Type="http://schemas.openxmlformats.org/officeDocument/2006/relationships/slide" Target="slides/slide11.xml"/><Relationship Id="rId83" Type="http://schemas.openxmlformats.org/officeDocument/2006/relationships/slide" Target="slides/slide12.xml"/><Relationship Id="rId84" Type="http://schemas.openxmlformats.org/officeDocument/2006/relationships/slide" Target="slides/slide13.xml"/><Relationship Id="rId85" Type="http://schemas.openxmlformats.org/officeDocument/2006/relationships/slide" Target="slides/slide14.xml"/><Relationship Id="rId86" Type="http://schemas.openxmlformats.org/officeDocument/2006/relationships/slide" Target="slides/slide15.xml"/><Relationship Id="rId87" Type="http://schemas.openxmlformats.org/officeDocument/2006/relationships/slide" Target="slides/slide1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55941-624B-4A33-8612-03E8C712F976}" type="datetimeFigureOut">
              <a:rPr lang="en-GB" smtClean="0"/>
              <a:t>20/10/2025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5A3C5-F67F-4872-B7DB-616215654B16}" type="slidenum">
              <a:rPr lang="en-GB" smtClean="0"/>
              <a:t>‹#›</a:t>
            </a:fld>
            <a:endParaRPr lang="en-GB"/>
          </a:p>
        </p:txBody>
      </p:sp>
    </p:spTree>
    <p:extLst>
      <p:ext uri="{BB962C8B-B14F-4D97-AF65-F5344CB8AC3E}">
        <p14:creationId xmlns:p14="http://schemas.microsoft.com/office/powerpoint/2010/main" val="69450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58.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59.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60.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1.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393F7C-B858-4EEC-9ADC-535FFA5646ED}" type="slidenum">
              <a:rPr kumimoji="0" lang="en-GB" sz="1200" b="0" i="0" u="none" strike="noStrike" kern="1200" cap="none" spc="0" normalizeH="0" baseline="0" noProof="0" smtClean="0">
                <a:ln>
                  <a:noFill/>
                </a:ln>
                <a:solidFill>
                  <a:prstClr val="black"/>
                </a:solidFill>
                <a:effectLst/>
                <a:uLnTx/>
                <a:uFillTx/>
                <a:latin typeface="Cabinet Grotesk"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binet Grotesk" pitchFamily="2" charset="77"/>
              <a:ea typeface="+mn-ea"/>
              <a:cs typeface="+mn-cs"/>
            </a:endParaRPr>
          </a:p>
        </p:txBody>
      </p:sp>
    </p:spTree>
    <p:extLst>
      <p:ext uri="{BB962C8B-B14F-4D97-AF65-F5344CB8AC3E}">
        <p14:creationId xmlns:p14="http://schemas.microsoft.com/office/powerpoint/2010/main" val="15327097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let’s start with the problem. Pega CDH is a world-class Next-Best-Action engine — but it is only as intelligent as the data it receives at the point of decision. And that is where almost every Pega CDH customer we work with hits the same wall.</a:t>
            </a:r>
          </a:p>
          <a:p>
            <a:r>
              <a:rPr lang="en-GB" dirty="0"/>
              <a:t>The reality is that most CDH deployments are working with data that is 24 to 48 hours stale. CRM, data warehouse, contact centre, and digital channels are all sitting in separate silos. CDH sees none of them in real time.</a:t>
            </a:r>
          </a:p>
          <a:p>
            <a:r>
              <a:rPr lang="en-GB" dirty="0"/>
              <a:t>And Pega does not ship a native Customer Data Platform. So clients end up spending two to five million dollars in SI fees just building data plumbing — before a single NBA model is even trained.</a:t>
            </a:r>
          </a:p>
          <a:p>
            <a:r>
              <a:rPr lang="en-GB" dirty="0"/>
              <a:t>Forrester put a number on it in 2024: only 17 percent of enterprises with Pega CDH report high real-time personalisation utilisation. That is the gap CDH Bridge closes.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four numbers frame the commercial opportunity. One thousand plus global enterprises are already running Pega CDH. Every one of them has this data gap. This is not a niche problem — it is universal.</a:t>
            </a:r>
          </a:p>
          <a:p>
            <a:r>
              <a:rPr lang="en-GB" dirty="0"/>
              <a:t>The average SI cost to build a proper data integration layer for CDH is two to five million dollars. That is money spent before any personalisation improvement lands. CDH Bridge replaces that custom build with a product.</a:t>
            </a:r>
          </a:p>
          <a:p>
            <a:r>
              <a:rPr lang="en-GB" dirty="0"/>
              <a:t>Without real-time data, the average NBA acceptance rate sits at around 12 percent. With CDH Bridge delivering unified real-time profiles, our clients see a 23 percent lift. That is the number we are selling against — and it is repeatable.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CDH Bridge is our answer to the data gap. It is a pre-built, Pega-native real-time data layer that sits between your source systems and CDH — and you can go live in 30 days.</a:t>
            </a:r>
          </a:p>
          <a:p>
            <a:r>
              <a:rPr lang="en-GB" dirty="0"/>
              <a:t>The first pillar is speed to value. Because we ship 15 pre-built connectors for the systems your clients already run — Salesforce, Snowflake, SAP CX, Genesys, Microsoft Dynamics, S3 — there is no bespoke integration work. You can have your first event flowing into CDH within 30 minutes of installation.</a:t>
            </a:r>
          </a:p>
          <a:p>
            <a:r>
              <a:rPr lang="en-GB" dirty="0"/>
              <a:t>The second pillar is performance. CDH Bridge uses a Redis-backed unified customer profile store. Every profile is pre-fetched and ready before the NBA decision fires. That is how we achieve sub-100 millisecond latency end to end.</a:t>
            </a:r>
          </a:p>
          <a:p>
            <a:r>
              <a:rPr lang="en-GB" dirty="0"/>
              <a:t>And critically, CDH Bridge is Pega-native by design. It auto-maps to the CDH Interaction History schema and is certified for all four CDH integration points, so there is zero custom mapping work for your Pega team.</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you how data actually moves through CDH Bridge from left to right. It is worth walking through each layer.</a:t>
            </a:r>
          </a:p>
          <a:p>
            <a:r>
              <a:rPr lang="en-GB" dirty="0"/>
              <a:t>On the left are the data sources. Salesforce CRM, Snowflake data warehouse, Genesys contact centre, web and mobile SDKs, SAP CX, and S3. These are the systems that hold the behavioural signals CDH needs but currently cannot see.</a:t>
            </a:r>
          </a:p>
          <a:p>
            <a:r>
              <a:rPr lang="en-GB" dirty="0"/>
              <a:t>CDH Bridge sits in the middle and has four core components: an Event Collector that ingests streaming and batch events, a Profile Router that builds and maintains the unified customer profile in Redis, an Identity Resolution engine that achieves a 94 percent match rate across systems, and a Consent Layer that ensures GDPR compliance is handled at the data layer — not bolted on afterwards.</a:t>
            </a:r>
          </a:p>
          <a:p>
            <a:r>
              <a:rPr lang="en-GB" dirty="0"/>
              <a:t>On the right, CDH receives fully enriched profiles — Interaction History, Customer Profile, NBA Engine inputs, and Adaptive Model features — all updated in under 100 milliseconds. The outcome is a 23 percent NBA lift, sub-100ms latency, and a 30-day go-live. These are not projections. They are our delivery benchmarks.</a:t>
            </a:r>
          </a:p>
        </p:txBody>
      </p:sp>
    </p:spTree>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95325" y="2564372"/>
            <a:ext cx="8946216" cy="1655762"/>
          </a:xfrm>
        </p:spPr>
        <p:txBody>
          <a:bodyPr lIns="0" tIns="0" rIns="0" bIns="0">
            <a:normAutofit/>
          </a:bodyPr>
          <a:lstStyle>
            <a:lvl1pPr marL="0" indent="0" algn="l">
              <a:buNone/>
              <a:defRPr sz="4800" b="1" i="0">
                <a:latin typeface="Cabinet Grotesk"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A picture containing company name">
            <a:extLst>
              <a:ext uri="{FF2B5EF4-FFF2-40B4-BE49-F238E27FC236}">
                <a16:creationId xmlns:a16="http://schemas.microsoft.com/office/drawing/2014/main" id="{F7CDA65F-BDB0-A1D9-3990-A611740B71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5" y="549275"/>
            <a:ext cx="2214282" cy="907670"/>
          </a:xfrm>
          <a:prstGeom prst="rect">
            <a:avLst/>
          </a:prstGeom>
        </p:spPr>
      </p:pic>
      <p:sp>
        <p:nvSpPr>
          <p:cNvPr id="4" name="Text Placeholder 3">
            <a:extLst>
              <a:ext uri="{FF2B5EF4-FFF2-40B4-BE49-F238E27FC236}">
                <a16:creationId xmlns:a16="http://schemas.microsoft.com/office/drawing/2014/main" id="{53958702-515D-4136-3685-F15DDDA13B43}"/>
              </a:ext>
            </a:extLst>
          </p:cNvPr>
          <p:cNvSpPr>
            <a:spLocks noGrp="1"/>
          </p:cNvSpPr>
          <p:nvPr>
            <p:ph type="body" sz="quarter" idx="10"/>
          </p:nvPr>
        </p:nvSpPr>
        <p:spPr>
          <a:xfrm>
            <a:off x="695325" y="4854294"/>
            <a:ext cx="5907088" cy="968375"/>
          </a:xfrm>
        </p:spPr>
        <p:txBody>
          <a:bodyPr lIns="0" tIns="0" rIns="0" bIns="0" anchor="b">
            <a:normAutofit/>
          </a:bodyPr>
          <a:lstStyle>
            <a:lvl1pPr marL="0" indent="0">
              <a:buNone/>
              <a:defRPr sz="2000"/>
            </a:lvl1pPr>
          </a:lstStyle>
          <a:p>
            <a:pPr lvl="0"/>
            <a:r>
              <a:rPr lang="en-GB"/>
              <a:t>Click to edit Master text styles</a:t>
            </a:r>
          </a:p>
        </p:txBody>
      </p:sp>
      <p:grpSp>
        <p:nvGrpSpPr>
          <p:cNvPr id="2" name="Group 1">
            <a:extLst>
              <a:ext uri="{FF2B5EF4-FFF2-40B4-BE49-F238E27FC236}">
                <a16:creationId xmlns:a16="http://schemas.microsoft.com/office/drawing/2014/main" id="{82B55D1B-D697-C608-F91C-816D4885B373}"/>
              </a:ext>
            </a:extLst>
          </p:cNvPr>
          <p:cNvGrpSpPr/>
          <p:nvPr userDrawn="1"/>
        </p:nvGrpSpPr>
        <p:grpSpPr>
          <a:xfrm>
            <a:off x="10623496" y="1449387"/>
            <a:ext cx="289042" cy="5408615"/>
            <a:chOff x="10623496" y="1449387"/>
            <a:chExt cx="289042" cy="5408615"/>
          </a:xfrm>
        </p:grpSpPr>
        <p:sp>
          <p:nvSpPr>
            <p:cNvPr id="5" name="Oval 4">
              <a:extLst>
                <a:ext uri="{FF2B5EF4-FFF2-40B4-BE49-F238E27FC236}">
                  <a16:creationId xmlns:a16="http://schemas.microsoft.com/office/drawing/2014/main" id="{FB5C2F4D-005F-24A9-1E3E-3E66144F220F}"/>
                </a:ext>
              </a:extLst>
            </p:cNvPr>
            <p:cNvSpPr/>
            <p:nvPr/>
          </p:nvSpPr>
          <p:spPr>
            <a:xfrm rot="5400000">
              <a:off x="10623496" y="1449387"/>
              <a:ext cx="289042" cy="289042"/>
            </a:xfrm>
            <a:prstGeom prst="ellipse">
              <a:avLst/>
            </a:prstGeom>
            <a:noFill/>
            <a:ln w="889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AE9BB178-4223-02CF-5B78-9BC375CEBF14}"/>
                </a:ext>
              </a:extLst>
            </p:cNvPr>
            <p:cNvCxnSpPr>
              <a:cxnSpLocks/>
            </p:cNvCxnSpPr>
            <p:nvPr/>
          </p:nvCxnSpPr>
          <p:spPr>
            <a:xfrm>
              <a:off x="10768018" y="1738430"/>
              <a:ext cx="0" cy="5119572"/>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2D8A43AE-1759-8994-6C48-507A585F4FE5}"/>
              </a:ext>
            </a:extLst>
          </p:cNvPr>
          <p:cNvGrpSpPr/>
          <p:nvPr userDrawn="1"/>
        </p:nvGrpSpPr>
        <p:grpSpPr>
          <a:xfrm>
            <a:off x="8820822" y="5760130"/>
            <a:ext cx="289042" cy="1097872"/>
            <a:chOff x="8820822" y="5760130"/>
            <a:chExt cx="289042" cy="1097872"/>
          </a:xfrm>
        </p:grpSpPr>
        <p:sp>
          <p:nvSpPr>
            <p:cNvPr id="9" name="Oval 8">
              <a:extLst>
                <a:ext uri="{FF2B5EF4-FFF2-40B4-BE49-F238E27FC236}">
                  <a16:creationId xmlns:a16="http://schemas.microsoft.com/office/drawing/2014/main" id="{2D3B5D50-143E-1F93-4D6A-6E4B13E9E4F4}"/>
                </a:ext>
              </a:extLst>
            </p:cNvPr>
            <p:cNvSpPr/>
            <p:nvPr/>
          </p:nvSpPr>
          <p:spPr>
            <a:xfrm rot="5400000">
              <a:off x="8820822" y="5760130"/>
              <a:ext cx="289042" cy="289042"/>
            </a:xfrm>
            <a:prstGeom prst="ellipse">
              <a:avLst/>
            </a:prstGeom>
            <a:noFill/>
            <a:ln w="88900">
              <a:solidFill>
                <a:srgbClr val="3CBF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10807023-8EBA-4E00-CD7A-81514244D65F}"/>
                </a:ext>
              </a:extLst>
            </p:cNvPr>
            <p:cNvCxnSpPr>
              <a:cxnSpLocks/>
            </p:cNvCxnSpPr>
            <p:nvPr/>
          </p:nvCxnSpPr>
          <p:spPr>
            <a:xfrm>
              <a:off x="8965344" y="6049173"/>
              <a:ext cx="0" cy="808829"/>
            </a:xfrm>
            <a:prstGeom prst="line">
              <a:avLst/>
            </a:prstGeom>
            <a:ln w="88900" cap="rnd">
              <a:gradFill flip="none" rotWithShape="1">
                <a:gsLst>
                  <a:gs pos="0">
                    <a:srgbClr val="3CBFD3"/>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B94C7EEF-0B16-5738-02FE-14D101BC4168}"/>
              </a:ext>
            </a:extLst>
          </p:cNvPr>
          <p:cNvCxnSpPr>
            <a:cxnSpLocks/>
          </p:cNvCxnSpPr>
          <p:nvPr userDrawn="1"/>
        </p:nvCxnSpPr>
        <p:spPr>
          <a:xfrm>
            <a:off x="9469938" y="6191362"/>
            <a:ext cx="0" cy="666640"/>
          </a:xfrm>
          <a:prstGeom prst="line">
            <a:avLst/>
          </a:prstGeom>
          <a:ln w="88900" cap="rnd">
            <a:gradFill flip="none" rotWithShape="1">
              <a:gsLst>
                <a:gs pos="0">
                  <a:srgbClr val="3EC7CB"/>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407875-C6F7-69E2-52DA-5D8E0541CE6D}"/>
              </a:ext>
            </a:extLst>
          </p:cNvPr>
          <p:cNvCxnSpPr>
            <a:cxnSpLocks/>
          </p:cNvCxnSpPr>
          <p:nvPr userDrawn="1"/>
        </p:nvCxnSpPr>
        <p:spPr>
          <a:xfrm>
            <a:off x="10445298" y="3108528"/>
            <a:ext cx="0" cy="3749474"/>
          </a:xfrm>
          <a:prstGeom prst="line">
            <a:avLst/>
          </a:prstGeom>
          <a:ln w="88900" cap="rnd">
            <a:gradFill flip="none" rotWithShape="1">
              <a:gsLst>
                <a:gs pos="0">
                  <a:srgbClr val="2A80F8"/>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0DE7FD7-3C74-305C-9A0C-B9B3CED20B7B}"/>
              </a:ext>
            </a:extLst>
          </p:cNvPr>
          <p:cNvCxnSpPr>
            <a:cxnSpLocks/>
          </p:cNvCxnSpPr>
          <p:nvPr userDrawn="1"/>
        </p:nvCxnSpPr>
        <p:spPr>
          <a:xfrm>
            <a:off x="11324864" y="4266769"/>
            <a:ext cx="0" cy="2591233"/>
          </a:xfrm>
          <a:prstGeom prst="line">
            <a:avLst/>
          </a:prstGeom>
          <a:ln w="88900" cap="rnd">
            <a:gradFill flip="none" rotWithShape="1">
              <a:gsLst>
                <a:gs pos="1000">
                  <a:srgbClr val="2A94F8"/>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2D776D-03CC-190F-C5BA-1D2DE3F402DD}"/>
              </a:ext>
            </a:extLst>
          </p:cNvPr>
          <p:cNvCxnSpPr>
            <a:cxnSpLocks/>
          </p:cNvCxnSpPr>
          <p:nvPr userDrawn="1"/>
        </p:nvCxnSpPr>
        <p:spPr>
          <a:xfrm>
            <a:off x="9243515" y="6339407"/>
            <a:ext cx="0" cy="518593"/>
          </a:xfrm>
          <a:prstGeom prst="line">
            <a:avLst/>
          </a:prstGeom>
          <a:ln w="88900" cap="rnd">
            <a:gradFill flip="none" rotWithShape="1">
              <a:gsLst>
                <a:gs pos="0">
                  <a:srgbClr val="3EC7CB"/>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0889764"/>
      </p:ext>
    </p:extLst>
  </p:cSld>
  <p:clrMapOvr>
    <a:masterClrMapping/>
  </p:clrMapOvr>
  <p:extLst>
    <p:ext uri="{DCECCB84-F9BA-43D5-87BE-67443E8EF086}">
      <p15:sldGuideLst xmlns:p15="http://schemas.microsoft.com/office/powerpoint/2012/main">
        <p15:guide id="1" orient="horz" pos="913">
          <p15:clr>
            <a:srgbClr val="FBAE40"/>
          </p15:clr>
        </p15:guide>
        <p15:guide id="2" orient="horz" pos="572">
          <p15:clr>
            <a:srgbClr val="FBAE40"/>
          </p15:clr>
        </p15:guide>
        <p15:guide id="3" orient="horz" pos="346">
          <p15:clr>
            <a:srgbClr val="FBAE40"/>
          </p15:clr>
        </p15:guide>
        <p15:guide id="4" pos="438">
          <p15:clr>
            <a:srgbClr val="FBAE40"/>
          </p15:clr>
        </p15:guide>
        <p15:guide id="5" pos="7242">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3200399" y="603063"/>
            <a:ext cx="8010525" cy="358775"/>
          </a:xfrm>
        </p:spPr>
        <p:txBody>
          <a:bodyPr/>
          <a:lstStyle/>
          <a:p>
            <a:r>
              <a:rPr lang="en-GB"/>
              <a:t>Click to edit Master title style</a:t>
            </a:r>
          </a:p>
        </p:txBody>
      </p:sp>
      <p:sp>
        <p:nvSpPr>
          <p:cNvPr id="2" name="Rectangle 1">
            <a:extLst>
              <a:ext uri="{FF2B5EF4-FFF2-40B4-BE49-F238E27FC236}">
                <a16:creationId xmlns:a16="http://schemas.microsoft.com/office/drawing/2014/main" id="{E34F7701-7110-BEB5-20D6-B114C658B63C}"/>
              </a:ext>
            </a:extLst>
          </p:cNvPr>
          <p:cNvSpPr/>
          <p:nvPr userDrawn="1"/>
        </p:nvSpPr>
        <p:spPr>
          <a:xfrm>
            <a:off x="0" y="0"/>
            <a:ext cx="2516777" cy="6858000"/>
          </a:xfrm>
          <a:prstGeom prst="rect">
            <a:avLst/>
          </a:prstGeom>
          <a:gradFill flip="none" rotWithShape="1">
            <a:gsLst>
              <a:gs pos="0">
                <a:schemeClr val="tx2"/>
              </a:gs>
              <a:gs pos="50000">
                <a:schemeClr val="accent4"/>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descr="Logo, company name  Description automatically generated">
            <a:extLst>
              <a:ext uri="{FF2B5EF4-FFF2-40B4-BE49-F238E27FC236}">
                <a16:creationId xmlns:a16="http://schemas.microsoft.com/office/drawing/2014/main" id="{8214624C-CD78-AA7E-E198-734ABF3ACE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5" y="6001883"/>
            <a:ext cx="1045793" cy="428687"/>
          </a:xfrm>
          <a:prstGeom prst="rect">
            <a:avLst/>
          </a:prstGeom>
        </p:spPr>
      </p:pic>
      <p:grpSp>
        <p:nvGrpSpPr>
          <p:cNvPr id="6" name="Group 5">
            <a:extLst>
              <a:ext uri="{FF2B5EF4-FFF2-40B4-BE49-F238E27FC236}">
                <a16:creationId xmlns:a16="http://schemas.microsoft.com/office/drawing/2014/main" id="{2CC15A35-06B9-0BA2-C117-D47197C86E30}"/>
              </a:ext>
            </a:extLst>
          </p:cNvPr>
          <p:cNvGrpSpPr/>
          <p:nvPr userDrawn="1"/>
        </p:nvGrpSpPr>
        <p:grpSpPr>
          <a:xfrm rot="10800000">
            <a:off x="1741117" y="0"/>
            <a:ext cx="289042" cy="4627824"/>
            <a:chOff x="10623496" y="1449387"/>
            <a:chExt cx="289042" cy="4627824"/>
          </a:xfrm>
        </p:grpSpPr>
        <p:sp>
          <p:nvSpPr>
            <p:cNvPr id="7" name="Oval 6">
              <a:extLst>
                <a:ext uri="{FF2B5EF4-FFF2-40B4-BE49-F238E27FC236}">
                  <a16:creationId xmlns:a16="http://schemas.microsoft.com/office/drawing/2014/main" id="{67F07D18-51F8-40DE-23F0-AA1BA86BBE3D}"/>
                </a:ext>
              </a:extLst>
            </p:cNvPr>
            <p:cNvSpPr/>
            <p:nvPr/>
          </p:nvSpPr>
          <p:spPr>
            <a:xfrm rot="5400000">
              <a:off x="10623496" y="1449387"/>
              <a:ext cx="289042" cy="289042"/>
            </a:xfrm>
            <a:prstGeom prst="ellipse">
              <a:avLst/>
            </a:prstGeom>
            <a:no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82629A47-10D6-F780-53AA-484F688CB7DE}"/>
                </a:ext>
              </a:extLst>
            </p:cNvPr>
            <p:cNvCxnSpPr>
              <a:cxnSpLocks/>
            </p:cNvCxnSpPr>
            <p:nvPr/>
          </p:nvCxnSpPr>
          <p:spPr>
            <a:xfrm rot="10800000" flipH="1" flipV="1">
              <a:off x="10768018" y="1738430"/>
              <a:ext cx="9256" cy="4338781"/>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07C01481-023B-1536-17A8-2A5F25E95616}"/>
              </a:ext>
            </a:extLst>
          </p:cNvPr>
          <p:cNvCxnSpPr>
            <a:cxnSpLocks/>
          </p:cNvCxnSpPr>
          <p:nvPr userDrawn="1"/>
        </p:nvCxnSpPr>
        <p:spPr>
          <a:xfrm flipV="1">
            <a:off x="1537975" y="0"/>
            <a:ext cx="0" cy="1980036"/>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57989"/>
      </p:ext>
    </p:extLst>
  </p:cSld>
  <p:clrMapOvr>
    <a:masterClrMapping/>
  </p:clrMapOvr>
  <p:extLst>
    <p:ext uri="{DCECCB84-F9BA-43D5-87BE-67443E8EF086}">
      <p15:sldGuideLst xmlns:p15="http://schemas.microsoft.com/office/powerpoint/2012/main">
        <p15:guide id="1" pos="20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3CB6B6F8-0348-75DD-0C7F-AD8CC15D0952}"/>
              </a:ext>
            </a:extLst>
          </p:cNvPr>
          <p:cNvSpPr>
            <a:spLocks noGrp="1"/>
          </p:cNvSpPr>
          <p:nvPr>
            <p:ph type="body" sz="quarter" idx="12" hasCustomPrompt="1"/>
          </p:nvPr>
        </p:nvSpPr>
        <p:spPr>
          <a:xfrm>
            <a:off x="2466092" y="3296276"/>
            <a:ext cx="7248525" cy="688692"/>
          </a:xfrm>
        </p:spPr>
        <p:txBody>
          <a:bodyPr>
            <a:normAutofit/>
          </a:bodyPr>
          <a:lstStyle>
            <a:lvl1pPr marL="0" algn="ctr" defTabSz="914400" rtl="0" eaLnBrk="1" latinLnBrk="0" hangingPunct="1">
              <a:defRPr lang="en-GB" sz="4200" b="1" kern="1200" dirty="0">
                <a:solidFill>
                  <a:schemeClr val="tx1"/>
                </a:solidFill>
                <a:latin typeface="Cabinet Grotesk" pitchFamily="2" charset="77"/>
                <a:ea typeface="+mn-ea"/>
                <a:cs typeface="+mn-cs"/>
              </a:defRPr>
            </a:lvl1pPr>
          </a:lstStyle>
          <a:p>
            <a:pPr lvl="0"/>
            <a:r>
              <a:rPr lang="en-GB"/>
              <a:t>Section name</a:t>
            </a:r>
          </a:p>
        </p:txBody>
      </p:sp>
      <p:sp>
        <p:nvSpPr>
          <p:cNvPr id="15" name="Text Placeholder 14">
            <a:extLst>
              <a:ext uri="{FF2B5EF4-FFF2-40B4-BE49-F238E27FC236}">
                <a16:creationId xmlns:a16="http://schemas.microsoft.com/office/drawing/2014/main" id="{310AEE3E-2DDB-C8F7-0996-107381DAC9FD}"/>
              </a:ext>
            </a:extLst>
          </p:cNvPr>
          <p:cNvSpPr>
            <a:spLocks noGrp="1"/>
          </p:cNvSpPr>
          <p:nvPr>
            <p:ph type="body" sz="quarter" idx="11" hasCustomPrompt="1"/>
          </p:nvPr>
        </p:nvSpPr>
        <p:spPr>
          <a:xfrm>
            <a:off x="4166461" y="2687341"/>
            <a:ext cx="3920037" cy="277000"/>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lang="en-GB" sz="1800" b="0" kern="1200" dirty="0">
                <a:solidFill>
                  <a:schemeClr val="tx1"/>
                </a:solidFill>
                <a:latin typeface="+mj-lt"/>
                <a:ea typeface="+mn-ea"/>
                <a:cs typeface="+mn-cs"/>
              </a:defRPr>
            </a:lvl1pPr>
          </a:lstStyle>
          <a:p>
            <a:pPr lvl="0"/>
            <a:r>
              <a:rPr lang="en-GB"/>
              <a:t>SECTION NUMBER</a:t>
            </a:r>
          </a:p>
        </p:txBody>
      </p:sp>
      <p:sp>
        <p:nvSpPr>
          <p:cNvPr id="2" name="Oval 1">
            <a:extLst>
              <a:ext uri="{FF2B5EF4-FFF2-40B4-BE49-F238E27FC236}">
                <a16:creationId xmlns:a16="http://schemas.microsoft.com/office/drawing/2014/main" id="{730AC6C1-3DCE-7B76-690D-54E2D665729C}"/>
              </a:ext>
            </a:extLst>
          </p:cNvPr>
          <p:cNvSpPr/>
          <p:nvPr userDrawn="1"/>
        </p:nvSpPr>
        <p:spPr>
          <a:xfrm>
            <a:off x="-623294" y="-510950"/>
            <a:ext cx="3920038" cy="3920038"/>
          </a:xfrm>
          <a:prstGeom prst="ellipse">
            <a:avLst/>
          </a:prstGeom>
          <a:solidFill>
            <a:schemeClr val="bg1"/>
          </a:solidFill>
          <a:ln>
            <a:noFill/>
          </a:ln>
          <a:effectLst>
            <a:outerShdw blurRad="136621" dist="12700" dir="3741831" sx="101273" sy="101273" algn="tl" rotWithShape="0">
              <a:schemeClr val="tx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3" name="Picture Placeholder 12">
            <a:extLst>
              <a:ext uri="{FF2B5EF4-FFF2-40B4-BE49-F238E27FC236}">
                <a16:creationId xmlns:a16="http://schemas.microsoft.com/office/drawing/2014/main" id="{499E97E4-D10C-879B-01CE-522312E268B5}"/>
              </a:ext>
            </a:extLst>
          </p:cNvPr>
          <p:cNvSpPr>
            <a:spLocks noGrp="1"/>
          </p:cNvSpPr>
          <p:nvPr>
            <p:ph type="pic" sz="quarter" idx="10"/>
          </p:nvPr>
        </p:nvSpPr>
        <p:spPr>
          <a:xfrm>
            <a:off x="-522675" y="-410331"/>
            <a:ext cx="3718800" cy="3718800"/>
          </a:xfrm>
          <a:prstGeom prst="ellipse">
            <a:avLst/>
          </a:prstGeom>
          <a:solidFill>
            <a:schemeClr val="bg2"/>
          </a:solidFill>
        </p:spPr>
        <p:txBody>
          <a:bodyPr/>
          <a:lstStyle/>
          <a:p>
            <a:endParaRPr lang="en-GB"/>
          </a:p>
        </p:txBody>
      </p:sp>
      <p:sp>
        <p:nvSpPr>
          <p:cNvPr id="5" name="Rectangle 4">
            <a:extLst>
              <a:ext uri="{FF2B5EF4-FFF2-40B4-BE49-F238E27FC236}">
                <a16:creationId xmlns:a16="http://schemas.microsoft.com/office/drawing/2014/main" id="{1C1BA88C-9596-0488-CD76-7AD45F6BD318}"/>
              </a:ext>
            </a:extLst>
          </p:cNvPr>
          <p:cNvSpPr/>
          <p:nvPr userDrawn="1"/>
        </p:nvSpPr>
        <p:spPr>
          <a:xfrm>
            <a:off x="56444" y="64929"/>
            <a:ext cx="12067823" cy="6730982"/>
          </a:xfrm>
          <a:prstGeom prst="rect">
            <a:avLst/>
          </a:prstGeom>
          <a:noFill/>
          <a:ln w="127000">
            <a:gradFill>
              <a:gsLst>
                <a:gs pos="56000">
                  <a:schemeClr val="accent4"/>
                </a:gs>
                <a:gs pos="0">
                  <a:schemeClr val="accent3"/>
                </a:gs>
                <a:gs pos="9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608A78F3-6ED7-8306-70EE-C760B3B54004}"/>
              </a:ext>
            </a:extLst>
          </p:cNvPr>
          <p:cNvCxnSpPr/>
          <p:nvPr userDrawn="1"/>
        </p:nvCxnSpPr>
        <p:spPr>
          <a:xfrm>
            <a:off x="5342709" y="3161211"/>
            <a:ext cx="1567542" cy="0"/>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562F464-B319-0648-7C59-2E99F46377FF}"/>
              </a:ext>
            </a:extLst>
          </p:cNvPr>
          <p:cNvGrpSpPr/>
          <p:nvPr userDrawn="1"/>
        </p:nvGrpSpPr>
        <p:grpSpPr>
          <a:xfrm>
            <a:off x="10523969" y="2516775"/>
            <a:ext cx="452865" cy="4279136"/>
            <a:chOff x="10523969" y="1367244"/>
            <a:chExt cx="452865" cy="4279136"/>
          </a:xfrm>
        </p:grpSpPr>
        <p:sp>
          <p:nvSpPr>
            <p:cNvPr id="9" name="Oval 8">
              <a:extLst>
                <a:ext uri="{FF2B5EF4-FFF2-40B4-BE49-F238E27FC236}">
                  <a16:creationId xmlns:a16="http://schemas.microsoft.com/office/drawing/2014/main" id="{948D3482-4250-D1D2-A39F-2946130ECEFB}"/>
                </a:ext>
              </a:extLst>
            </p:cNvPr>
            <p:cNvSpPr/>
            <p:nvPr/>
          </p:nvSpPr>
          <p:spPr>
            <a:xfrm rot="5400000">
              <a:off x="10687792" y="1367244"/>
              <a:ext cx="289042" cy="289042"/>
            </a:xfrm>
            <a:prstGeom prst="ellipse">
              <a:avLst/>
            </a:prstGeom>
            <a:noFill/>
            <a:ln w="889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7D853B5A-EB0E-5F2E-1B0D-213DBB2FCB37}"/>
                </a:ext>
              </a:extLst>
            </p:cNvPr>
            <p:cNvCxnSpPr>
              <a:cxnSpLocks/>
            </p:cNvCxnSpPr>
            <p:nvPr/>
          </p:nvCxnSpPr>
          <p:spPr>
            <a:xfrm>
              <a:off x="10832313" y="1656286"/>
              <a:ext cx="0" cy="3990094"/>
            </a:xfrm>
            <a:prstGeom prst="line">
              <a:avLst/>
            </a:prstGeom>
            <a:ln w="88900" cap="rnd">
              <a:gradFill flip="none" rotWithShape="1">
                <a:gsLst>
                  <a:gs pos="0">
                    <a:schemeClr val="accent3"/>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46B54D1-8FE9-35C7-9363-5CDE4685EA21}"/>
                </a:ext>
              </a:extLst>
            </p:cNvPr>
            <p:cNvCxnSpPr>
              <a:cxnSpLocks/>
            </p:cNvCxnSpPr>
            <p:nvPr/>
          </p:nvCxnSpPr>
          <p:spPr>
            <a:xfrm>
              <a:off x="10523969" y="2028426"/>
              <a:ext cx="0" cy="3553769"/>
            </a:xfrm>
            <a:prstGeom prst="line">
              <a:avLst/>
            </a:prstGeom>
            <a:ln w="88900" cap="rnd">
              <a:gradFill flip="none" rotWithShape="1">
                <a:gsLst>
                  <a:gs pos="0">
                    <a:schemeClr val="accent3"/>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659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1736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10801350"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12644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blue arrow">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8467" y="356081"/>
            <a:ext cx="11505142" cy="783457"/>
          </a:xfrm>
          <a:prstGeom prst="homePlate">
            <a:avLst/>
          </a:prstGeom>
          <a:solidFill>
            <a:schemeClr val="accent3"/>
          </a:solidFill>
        </p:spPr>
        <p:txBody>
          <a:bodyPr wrap="square" lIns="684000" tIns="144000" rIns="72000" bIns="72000" anchor="ctr">
            <a:spAutoFit/>
          </a:bodyPr>
          <a:lstStyle>
            <a:lvl1pPr>
              <a:defRPr>
                <a:solidFill>
                  <a:schemeClr val="bg1"/>
                </a:solidFill>
              </a:defRPr>
            </a:lvl1pPr>
          </a:lstStyle>
          <a:p>
            <a:r>
              <a:rPr lang="en-GB"/>
              <a:t>Click to edit Master title style</a:t>
            </a:r>
          </a:p>
        </p:txBody>
      </p:sp>
      <p:sp>
        <p:nvSpPr>
          <p:cNvPr id="3" name="Text Placeholder 2">
            <a:extLst>
              <a:ext uri="{FF2B5EF4-FFF2-40B4-BE49-F238E27FC236}">
                <a16:creationId xmlns:a16="http://schemas.microsoft.com/office/drawing/2014/main" id="{52A2F50C-2DFE-AB65-0405-4224E6573124}"/>
              </a:ext>
            </a:extLst>
          </p:cNvPr>
          <p:cNvSpPr>
            <a:spLocks noGrp="1"/>
          </p:cNvSpPr>
          <p:nvPr>
            <p:ph idx="1"/>
          </p:nvPr>
        </p:nvSpPr>
        <p:spPr>
          <a:xfrm>
            <a:off x="695325" y="1449388"/>
            <a:ext cx="10801350"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7291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gradient arrow">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8467" y="356081"/>
            <a:ext cx="11505142" cy="783457"/>
          </a:xfrm>
          <a:prstGeom prst="homePlate">
            <a:avLst/>
          </a:prstGeom>
          <a:gradFill>
            <a:gsLst>
              <a:gs pos="100000">
                <a:schemeClr val="accent1"/>
              </a:gs>
              <a:gs pos="61000">
                <a:srgbClr val="35ADE3"/>
              </a:gs>
              <a:gs pos="0">
                <a:schemeClr val="tx2"/>
              </a:gs>
            </a:gsLst>
            <a:lin ang="0" scaled="1"/>
          </a:gradFill>
        </p:spPr>
        <p:txBody>
          <a:bodyPr wrap="square" lIns="684000" tIns="144000" rIns="72000" bIns="72000" anchor="ctr">
            <a:spAutoFit/>
          </a:bodyPr>
          <a:lstStyle>
            <a:lvl1pPr>
              <a:defRPr>
                <a:solidFill>
                  <a:schemeClr val="bg1"/>
                </a:solidFill>
              </a:defRPr>
            </a:lvl1pPr>
          </a:lstStyle>
          <a:p>
            <a:r>
              <a:rPr lang="en-GB"/>
              <a:t>Click to edit Master title style</a:t>
            </a:r>
          </a:p>
        </p:txBody>
      </p:sp>
      <p:sp>
        <p:nvSpPr>
          <p:cNvPr id="2" name="Text Placeholder 2">
            <a:extLst>
              <a:ext uri="{FF2B5EF4-FFF2-40B4-BE49-F238E27FC236}">
                <a16:creationId xmlns:a16="http://schemas.microsoft.com/office/drawing/2014/main" id="{F4B97B9A-4A13-E097-5BD7-327FAF95A843}"/>
              </a:ext>
            </a:extLst>
          </p:cNvPr>
          <p:cNvSpPr>
            <a:spLocks noGrp="1"/>
          </p:cNvSpPr>
          <p:nvPr>
            <p:ph idx="1"/>
          </p:nvPr>
        </p:nvSpPr>
        <p:spPr>
          <a:xfrm>
            <a:off x="695325" y="1449388"/>
            <a:ext cx="10801350"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5523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10801350" cy="358775"/>
          </a:xfrm>
        </p:spPr>
        <p:txBody>
          <a:bodyPr/>
          <a:lstStyle/>
          <a:p>
            <a:r>
              <a:rPr lang="en-GB"/>
              <a:t>Click to edit Master title style</a:t>
            </a:r>
          </a:p>
        </p:txBody>
      </p:sp>
      <p:sp>
        <p:nvSpPr>
          <p:cNvPr id="6" name="Text Placeholder 5">
            <a:extLst>
              <a:ext uri="{FF2B5EF4-FFF2-40B4-BE49-F238E27FC236}">
                <a16:creationId xmlns:a16="http://schemas.microsoft.com/office/drawing/2014/main" id="{8AD77DC6-D326-3D5D-C23F-576220920187}"/>
              </a:ext>
            </a:extLst>
          </p:cNvPr>
          <p:cNvSpPr>
            <a:spLocks noGrp="1"/>
          </p:cNvSpPr>
          <p:nvPr>
            <p:ph type="body" sz="quarter" idx="10"/>
          </p:nvPr>
        </p:nvSpPr>
        <p:spPr>
          <a:xfrm>
            <a:off x="695325" y="1067206"/>
            <a:ext cx="10801350" cy="212259"/>
          </a:xfrm>
        </p:spPr>
        <p:txBody>
          <a:bodyPr>
            <a:noAutofit/>
          </a:bodyPr>
          <a:lstStyle>
            <a:lvl1pPr marL="0" indent="0">
              <a:buNone/>
              <a:defRPr sz="1600" b="0" i="0">
                <a:solidFill>
                  <a:schemeClr val="tx2"/>
                </a:solidFill>
                <a:latin typeface="+mj-lt"/>
              </a:defRPr>
            </a:lvl1pPr>
          </a:lstStyle>
          <a:p>
            <a:pPr lvl="0"/>
            <a:r>
              <a:rPr lang="en-GB"/>
              <a:t>Click to edit Master text styles</a:t>
            </a:r>
          </a:p>
        </p:txBody>
      </p:sp>
      <p:sp>
        <p:nvSpPr>
          <p:cNvPr id="2" name="Text Placeholder 2">
            <a:extLst>
              <a:ext uri="{FF2B5EF4-FFF2-40B4-BE49-F238E27FC236}">
                <a16:creationId xmlns:a16="http://schemas.microsoft.com/office/drawing/2014/main" id="{79A9ECB5-39A5-F380-C767-C988853136A0}"/>
              </a:ext>
            </a:extLst>
          </p:cNvPr>
          <p:cNvSpPr>
            <a:spLocks noGrp="1"/>
          </p:cNvSpPr>
          <p:nvPr>
            <p:ph idx="1"/>
          </p:nvPr>
        </p:nvSpPr>
        <p:spPr>
          <a:xfrm>
            <a:off x="695325" y="1592263"/>
            <a:ext cx="10801350" cy="396875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2560601"/>
      </p:ext>
    </p:extLst>
  </p:cSld>
  <p:clrMapOvr>
    <a:masterClrMapping/>
  </p:clrMapOvr>
  <p:extLst>
    <p:ext uri="{DCECCB84-F9BA-43D5-87BE-67443E8EF086}">
      <p15:sldGuideLst xmlns:p15="http://schemas.microsoft.com/office/powerpoint/2012/main">
        <p15:guide id="1" orient="horz" pos="100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umns 2.1">
    <p:spTree>
      <p:nvGrpSpPr>
        <p:cNvPr id="1" name=""/>
        <p:cNvGrpSpPr/>
        <p:nvPr/>
      </p:nvGrpSpPr>
      <p:grpSpPr>
        <a:xfrm>
          <a:off x="0" y="0"/>
          <a:ext cx="0" cy="0"/>
          <a:chOff x="0" y="0"/>
          <a:chExt cx="0" cy="0"/>
        </a:xfrm>
      </p:grpSpPr>
      <p:sp>
        <p:nvSpPr>
          <p:cNvPr id="60" name="Text Placeholder 61">
            <a:extLst>
              <a:ext uri="{FF2B5EF4-FFF2-40B4-BE49-F238E27FC236}">
                <a16:creationId xmlns:a16="http://schemas.microsoft.com/office/drawing/2014/main" id="{B17CFF93-3A12-364B-00B9-B4CD9F0DD3BF}"/>
              </a:ext>
            </a:extLst>
          </p:cNvPr>
          <p:cNvSpPr>
            <a:spLocks noGrp="1"/>
          </p:cNvSpPr>
          <p:nvPr>
            <p:ph type="body" sz="quarter" idx="12"/>
          </p:nvPr>
        </p:nvSpPr>
        <p:spPr>
          <a:xfrm>
            <a:off x="730334" y="1449388"/>
            <a:ext cx="50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61" name="Right Triangle 60">
            <a:extLst>
              <a:ext uri="{FF2B5EF4-FFF2-40B4-BE49-F238E27FC236}">
                <a16:creationId xmlns:a16="http://schemas.microsoft.com/office/drawing/2014/main" id="{E18134F4-4112-4C6C-FF72-DC6AFF5EB71F}"/>
              </a:ext>
            </a:extLst>
          </p:cNvPr>
          <p:cNvSpPr/>
          <p:nvPr userDrawn="1"/>
        </p:nvSpPr>
        <p:spPr>
          <a:xfrm rot="10800000">
            <a:off x="579844" y="2677876"/>
            <a:ext cx="148919" cy="256768"/>
          </a:xfrm>
          <a:prstGeom prst="rtTriangle">
            <a:avLst/>
          </a:prstGeom>
          <a:solidFill>
            <a:srgbClr val="1A5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 Placeholder 65">
            <a:extLst>
              <a:ext uri="{FF2B5EF4-FFF2-40B4-BE49-F238E27FC236}">
                <a16:creationId xmlns:a16="http://schemas.microsoft.com/office/drawing/2014/main" id="{AC53B018-40A0-3198-9632-65EE0486D89E}"/>
              </a:ext>
            </a:extLst>
          </p:cNvPr>
          <p:cNvSpPr>
            <a:spLocks noGrp="1"/>
          </p:cNvSpPr>
          <p:nvPr>
            <p:ph type="body" sz="quarter" idx="13" hasCustomPrompt="1"/>
          </p:nvPr>
        </p:nvSpPr>
        <p:spPr>
          <a:xfrm>
            <a:off x="591383" y="2265579"/>
            <a:ext cx="1080000" cy="412750"/>
          </a:xfrm>
          <a:prstGeom prst="homePlate">
            <a:avLst/>
          </a:prstGeom>
          <a:solidFill>
            <a:srgbClr val="2C98F5"/>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72" name="Text Placeholder 61">
            <a:extLst>
              <a:ext uri="{FF2B5EF4-FFF2-40B4-BE49-F238E27FC236}">
                <a16:creationId xmlns:a16="http://schemas.microsoft.com/office/drawing/2014/main" id="{0FDDE25E-F738-EF22-E22D-4309FC2B056B}"/>
              </a:ext>
            </a:extLst>
          </p:cNvPr>
          <p:cNvSpPr>
            <a:spLocks noGrp="1"/>
          </p:cNvSpPr>
          <p:nvPr>
            <p:ph type="body" sz="quarter" idx="18"/>
          </p:nvPr>
        </p:nvSpPr>
        <p:spPr>
          <a:xfrm>
            <a:off x="6456675" y="1449388"/>
            <a:ext cx="50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73" name="Right Triangle 72">
            <a:extLst>
              <a:ext uri="{FF2B5EF4-FFF2-40B4-BE49-F238E27FC236}">
                <a16:creationId xmlns:a16="http://schemas.microsoft.com/office/drawing/2014/main" id="{4FCE7D46-C21F-E491-ACA1-6176F2F13BE8}"/>
              </a:ext>
            </a:extLst>
          </p:cNvPr>
          <p:cNvSpPr/>
          <p:nvPr userDrawn="1"/>
        </p:nvSpPr>
        <p:spPr>
          <a:xfrm rot="10800000">
            <a:off x="6307756" y="2677876"/>
            <a:ext cx="148919" cy="256768"/>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 Placeholder 65">
            <a:extLst>
              <a:ext uri="{FF2B5EF4-FFF2-40B4-BE49-F238E27FC236}">
                <a16:creationId xmlns:a16="http://schemas.microsoft.com/office/drawing/2014/main" id="{2EF25069-05F9-1912-FD70-F039A32D94D4}"/>
              </a:ext>
            </a:extLst>
          </p:cNvPr>
          <p:cNvSpPr>
            <a:spLocks noGrp="1"/>
          </p:cNvSpPr>
          <p:nvPr>
            <p:ph type="body" sz="quarter" idx="19" hasCustomPrompt="1"/>
          </p:nvPr>
        </p:nvSpPr>
        <p:spPr>
          <a:xfrm>
            <a:off x="6318055" y="2265579"/>
            <a:ext cx="1080000" cy="412750"/>
          </a:xfrm>
          <a:prstGeom prst="homePlate">
            <a:avLst/>
          </a:prstGeom>
          <a:solidFill>
            <a:schemeClr val="accent1"/>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650793022"/>
      </p:ext>
    </p:extLst>
  </p:cSld>
  <p:clrMapOvr>
    <a:masterClrMapping/>
  </p:clrMapOvr>
  <p:extLst>
    <p:ext uri="{DCECCB84-F9BA-43D5-87BE-67443E8EF086}">
      <p15:sldGuideLst xmlns:p15="http://schemas.microsoft.com/office/powerpoint/2012/main">
        <p15:guide id="1" pos="3636">
          <p15:clr>
            <a:srgbClr val="FBAE40"/>
          </p15:clr>
        </p15:guide>
        <p15:guide id="2" pos="406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umns 2.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95325" y="603063"/>
            <a:ext cx="5133109" cy="358775"/>
          </a:xfrm>
        </p:spPr>
        <p:txBody>
          <a:bodyPr anchor="ctr"/>
          <a:lstStyle/>
          <a:p>
            <a:r>
              <a:rPr lang="en-GB"/>
              <a:t>Click to edit title</a:t>
            </a:r>
          </a:p>
        </p:txBody>
      </p:sp>
      <p:grpSp>
        <p:nvGrpSpPr>
          <p:cNvPr id="9" name="Group 8">
            <a:extLst>
              <a:ext uri="{FF2B5EF4-FFF2-40B4-BE49-F238E27FC236}">
                <a16:creationId xmlns:a16="http://schemas.microsoft.com/office/drawing/2014/main" id="{A86EE425-09D9-C755-61B6-32B725A450F3}"/>
              </a:ext>
            </a:extLst>
          </p:cNvPr>
          <p:cNvGrpSpPr/>
          <p:nvPr userDrawn="1"/>
        </p:nvGrpSpPr>
        <p:grpSpPr>
          <a:xfrm rot="16200000">
            <a:off x="9046297" y="-2304804"/>
            <a:ext cx="289042" cy="6007184"/>
            <a:chOff x="10353096" y="1367244"/>
            <a:chExt cx="289042" cy="6007184"/>
          </a:xfrm>
        </p:grpSpPr>
        <p:sp>
          <p:nvSpPr>
            <p:cNvPr id="10" name="Oval 9">
              <a:extLst>
                <a:ext uri="{FF2B5EF4-FFF2-40B4-BE49-F238E27FC236}">
                  <a16:creationId xmlns:a16="http://schemas.microsoft.com/office/drawing/2014/main" id="{A1B05A96-1806-AF0F-52A3-D32D81C66B20}"/>
                </a:ext>
              </a:extLst>
            </p:cNvPr>
            <p:cNvSpPr/>
            <p:nvPr/>
          </p:nvSpPr>
          <p:spPr>
            <a:xfrm rot="5400000">
              <a:off x="10353096" y="1367244"/>
              <a:ext cx="289042" cy="289042"/>
            </a:xfrm>
            <a:prstGeom prst="ellipse">
              <a:avLst/>
            </a:prstGeom>
            <a:noFill/>
            <a:ln w="889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Connector 10">
              <a:extLst>
                <a:ext uri="{FF2B5EF4-FFF2-40B4-BE49-F238E27FC236}">
                  <a16:creationId xmlns:a16="http://schemas.microsoft.com/office/drawing/2014/main" id="{FA78A629-5D9B-288E-40CD-3F1D6B61113E}"/>
                </a:ext>
              </a:extLst>
            </p:cNvPr>
            <p:cNvCxnSpPr>
              <a:cxnSpLocks/>
            </p:cNvCxnSpPr>
            <p:nvPr/>
          </p:nvCxnSpPr>
          <p:spPr>
            <a:xfrm rot="5400000">
              <a:off x="7638547" y="4515358"/>
              <a:ext cx="5718141" cy="0"/>
            </a:xfrm>
            <a:prstGeom prst="line">
              <a:avLst/>
            </a:prstGeom>
            <a:ln w="88900">
              <a:gradFill flip="none" rotWithShape="1">
                <a:gsLst>
                  <a:gs pos="0">
                    <a:schemeClr val="tx2"/>
                  </a:gs>
                  <a:gs pos="53000">
                    <a:schemeClr val="accent4"/>
                  </a:gs>
                  <a:gs pos="99000">
                    <a:schemeClr val="accent1"/>
                  </a:gs>
                </a:gsLst>
                <a:lin ang="0" scaled="1"/>
                <a:tileRect/>
              </a:gradFill>
              <a:tailEnd type="none"/>
            </a:ln>
          </p:spPr>
          <p:style>
            <a:lnRef idx="1">
              <a:schemeClr val="accent1"/>
            </a:lnRef>
            <a:fillRef idx="0">
              <a:schemeClr val="accent1"/>
            </a:fillRef>
            <a:effectRef idx="0">
              <a:schemeClr val="accent1"/>
            </a:effectRef>
            <a:fontRef idx="minor">
              <a:schemeClr val="tx1"/>
            </a:fontRef>
          </p:style>
        </p:cxnSp>
      </p:grpSp>
      <p:sp>
        <p:nvSpPr>
          <p:cNvPr id="26" name="Text Placeholder 61">
            <a:extLst>
              <a:ext uri="{FF2B5EF4-FFF2-40B4-BE49-F238E27FC236}">
                <a16:creationId xmlns:a16="http://schemas.microsoft.com/office/drawing/2014/main" id="{C2DD5267-535E-FD47-4CAC-24745EA1EDD3}"/>
              </a:ext>
            </a:extLst>
          </p:cNvPr>
          <p:cNvSpPr>
            <a:spLocks noGrp="1"/>
          </p:cNvSpPr>
          <p:nvPr>
            <p:ph type="body" sz="quarter" idx="12"/>
          </p:nvPr>
        </p:nvSpPr>
        <p:spPr>
          <a:xfrm>
            <a:off x="695325" y="1449386"/>
            <a:ext cx="5220000"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27" name="Text Placeholder 61">
            <a:extLst>
              <a:ext uri="{FF2B5EF4-FFF2-40B4-BE49-F238E27FC236}">
                <a16:creationId xmlns:a16="http://schemas.microsoft.com/office/drawing/2014/main" id="{7D4EBCEB-E4BD-AA5C-0B9D-55377455A5B1}"/>
              </a:ext>
            </a:extLst>
          </p:cNvPr>
          <p:cNvSpPr>
            <a:spLocks noGrp="1"/>
          </p:cNvSpPr>
          <p:nvPr>
            <p:ph type="body" sz="quarter" idx="13"/>
          </p:nvPr>
        </p:nvSpPr>
        <p:spPr>
          <a:xfrm>
            <a:off x="695325" y="1449388"/>
            <a:ext cx="5220000" cy="541866"/>
          </a:xfrm>
          <a:prstGeom prst="round2SameRect">
            <a:avLst>
              <a:gd name="adj1" fmla="val 21667"/>
              <a:gd name="adj2" fmla="val 0"/>
            </a:avLst>
          </a:prstGeom>
          <a:gradFill flip="none" rotWithShape="1">
            <a:gsLst>
              <a:gs pos="99000">
                <a:schemeClr val="accent4"/>
              </a:gs>
              <a:gs pos="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
        <p:nvSpPr>
          <p:cNvPr id="28" name="Text Placeholder 61">
            <a:extLst>
              <a:ext uri="{FF2B5EF4-FFF2-40B4-BE49-F238E27FC236}">
                <a16:creationId xmlns:a16="http://schemas.microsoft.com/office/drawing/2014/main" id="{F7CA6351-7C55-FADF-7413-6C810A05351E}"/>
              </a:ext>
            </a:extLst>
          </p:cNvPr>
          <p:cNvSpPr>
            <a:spLocks noGrp="1"/>
          </p:cNvSpPr>
          <p:nvPr>
            <p:ph type="body" sz="quarter" idx="14"/>
          </p:nvPr>
        </p:nvSpPr>
        <p:spPr>
          <a:xfrm>
            <a:off x="6276677" y="1449386"/>
            <a:ext cx="5220000"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29" name="Text Placeholder 61">
            <a:extLst>
              <a:ext uri="{FF2B5EF4-FFF2-40B4-BE49-F238E27FC236}">
                <a16:creationId xmlns:a16="http://schemas.microsoft.com/office/drawing/2014/main" id="{B56911AF-DFD5-8294-C45C-B6C5AE652A5C}"/>
              </a:ext>
            </a:extLst>
          </p:cNvPr>
          <p:cNvSpPr>
            <a:spLocks noGrp="1"/>
          </p:cNvSpPr>
          <p:nvPr>
            <p:ph type="body" sz="quarter" idx="15"/>
          </p:nvPr>
        </p:nvSpPr>
        <p:spPr>
          <a:xfrm>
            <a:off x="6276677" y="1449388"/>
            <a:ext cx="5220000" cy="541866"/>
          </a:xfrm>
          <a:prstGeom prst="round2SameRect">
            <a:avLst>
              <a:gd name="adj1" fmla="val 21667"/>
              <a:gd name="adj2" fmla="val 0"/>
            </a:avLst>
          </a:prstGeom>
          <a:gradFill flip="none" rotWithShape="1">
            <a:gsLst>
              <a:gs pos="100000">
                <a:srgbClr val="49DEB6"/>
              </a:gs>
              <a:gs pos="0">
                <a:schemeClr val="accent4"/>
              </a:gs>
              <a:gs pos="99000">
                <a:srgbClr val="49DEB6"/>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Tree>
    <p:extLst>
      <p:ext uri="{BB962C8B-B14F-4D97-AF65-F5344CB8AC3E}">
        <p14:creationId xmlns:p14="http://schemas.microsoft.com/office/powerpoint/2010/main" val="361973937"/>
      </p:ext>
    </p:extLst>
  </p:cSld>
  <p:clrMapOvr>
    <a:masterClrMapping/>
  </p:clrMapOvr>
  <p:extLst>
    <p:ext uri="{DCECCB84-F9BA-43D5-87BE-67443E8EF086}">
      <p15:sldGuideLst xmlns:p15="http://schemas.microsoft.com/office/powerpoint/2012/main">
        <p15:guide id="1" pos="3733">
          <p15:clr>
            <a:srgbClr val="FBAE40"/>
          </p15:clr>
        </p15:guide>
        <p15:guide id="2" pos="394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umns 2.3">
    <p:spTree>
      <p:nvGrpSpPr>
        <p:cNvPr id="1" name=""/>
        <p:cNvGrpSpPr/>
        <p:nvPr/>
      </p:nvGrpSpPr>
      <p:grpSpPr>
        <a:xfrm>
          <a:off x="0" y="0"/>
          <a:ext cx="0" cy="0"/>
          <a:chOff x="0" y="0"/>
          <a:chExt cx="0" cy="0"/>
        </a:xfrm>
      </p:grpSpPr>
      <p:sp>
        <p:nvSpPr>
          <p:cNvPr id="60" name="Text Placeholder 61">
            <a:extLst>
              <a:ext uri="{FF2B5EF4-FFF2-40B4-BE49-F238E27FC236}">
                <a16:creationId xmlns:a16="http://schemas.microsoft.com/office/drawing/2014/main" id="{B17CFF93-3A12-364B-00B9-B4CD9F0DD3BF}"/>
              </a:ext>
            </a:extLst>
          </p:cNvPr>
          <p:cNvSpPr>
            <a:spLocks noGrp="1"/>
          </p:cNvSpPr>
          <p:nvPr>
            <p:ph type="body" sz="quarter" idx="12"/>
          </p:nvPr>
        </p:nvSpPr>
        <p:spPr>
          <a:xfrm>
            <a:off x="730334" y="1449388"/>
            <a:ext cx="50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72" name="Text Placeholder 61">
            <a:extLst>
              <a:ext uri="{FF2B5EF4-FFF2-40B4-BE49-F238E27FC236}">
                <a16:creationId xmlns:a16="http://schemas.microsoft.com/office/drawing/2014/main" id="{0FDDE25E-F738-EF22-E22D-4309FC2B056B}"/>
              </a:ext>
            </a:extLst>
          </p:cNvPr>
          <p:cNvSpPr>
            <a:spLocks noGrp="1"/>
          </p:cNvSpPr>
          <p:nvPr>
            <p:ph type="body" sz="quarter" idx="18"/>
          </p:nvPr>
        </p:nvSpPr>
        <p:spPr>
          <a:xfrm>
            <a:off x="6456675" y="1449388"/>
            <a:ext cx="50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8" name="Oval 7">
            <a:extLst>
              <a:ext uri="{FF2B5EF4-FFF2-40B4-BE49-F238E27FC236}">
                <a16:creationId xmlns:a16="http://schemas.microsoft.com/office/drawing/2014/main" id="{AF4E5438-5CC9-C35B-EA98-EEB37F7ACFAB}"/>
              </a:ext>
            </a:extLst>
          </p:cNvPr>
          <p:cNvSpPr/>
          <p:nvPr/>
        </p:nvSpPr>
        <p:spPr>
          <a:xfrm>
            <a:off x="937517" y="1679658"/>
            <a:ext cx="531327" cy="531327"/>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4" name="Oval 13">
            <a:extLst>
              <a:ext uri="{FF2B5EF4-FFF2-40B4-BE49-F238E27FC236}">
                <a16:creationId xmlns:a16="http://schemas.microsoft.com/office/drawing/2014/main" id="{98377660-F17B-8E5E-B65A-B89A1104483C}"/>
              </a:ext>
            </a:extLst>
          </p:cNvPr>
          <p:cNvSpPr/>
          <p:nvPr/>
        </p:nvSpPr>
        <p:spPr>
          <a:xfrm>
            <a:off x="6699283" y="1679658"/>
            <a:ext cx="531327" cy="53132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Tree>
    <p:extLst>
      <p:ext uri="{BB962C8B-B14F-4D97-AF65-F5344CB8AC3E}">
        <p14:creationId xmlns:p14="http://schemas.microsoft.com/office/powerpoint/2010/main" val="2108279219"/>
      </p:ext>
    </p:extLst>
  </p:cSld>
  <p:clrMapOvr>
    <a:masterClrMapping/>
  </p:clrMapOvr>
  <p:extLst>
    <p:ext uri="{DCECCB84-F9BA-43D5-87BE-67443E8EF086}">
      <p15:sldGuideLst xmlns:p15="http://schemas.microsoft.com/office/powerpoint/2012/main">
        <p15:guide id="1" pos="3636">
          <p15:clr>
            <a:srgbClr val="FBAE40"/>
          </p15:clr>
        </p15:guide>
        <p15:guide id="2" pos="406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umn 2.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61">
            <a:extLst>
              <a:ext uri="{FF2B5EF4-FFF2-40B4-BE49-F238E27FC236}">
                <a16:creationId xmlns:a16="http://schemas.microsoft.com/office/drawing/2014/main" id="{9A57DC4B-97A9-2FB0-DF8A-5B55809984C6}"/>
              </a:ext>
            </a:extLst>
          </p:cNvPr>
          <p:cNvSpPr>
            <a:spLocks noGrp="1"/>
          </p:cNvSpPr>
          <p:nvPr>
            <p:ph type="body" sz="quarter" idx="12"/>
          </p:nvPr>
        </p:nvSpPr>
        <p:spPr>
          <a:xfrm>
            <a:off x="730334" y="2205038"/>
            <a:ext cx="5041816"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3" name="Text Placeholder 61">
            <a:extLst>
              <a:ext uri="{FF2B5EF4-FFF2-40B4-BE49-F238E27FC236}">
                <a16:creationId xmlns:a16="http://schemas.microsoft.com/office/drawing/2014/main" id="{72959CF0-F79A-DAB5-50C8-3310DE8FA9F0}"/>
              </a:ext>
            </a:extLst>
          </p:cNvPr>
          <p:cNvSpPr>
            <a:spLocks noGrp="1"/>
          </p:cNvSpPr>
          <p:nvPr>
            <p:ph type="body" sz="quarter" idx="18"/>
          </p:nvPr>
        </p:nvSpPr>
        <p:spPr>
          <a:xfrm>
            <a:off x="6456363" y="2205038"/>
            <a:ext cx="5040312"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grpSp>
        <p:nvGrpSpPr>
          <p:cNvPr id="5" name="Group 4">
            <a:extLst>
              <a:ext uri="{FF2B5EF4-FFF2-40B4-BE49-F238E27FC236}">
                <a16:creationId xmlns:a16="http://schemas.microsoft.com/office/drawing/2014/main" id="{4D7336CB-682E-4CE1-4D3E-AEF469A76B0C}"/>
              </a:ext>
            </a:extLst>
          </p:cNvPr>
          <p:cNvGrpSpPr/>
          <p:nvPr userDrawn="1"/>
        </p:nvGrpSpPr>
        <p:grpSpPr>
          <a:xfrm>
            <a:off x="6083034" y="2205038"/>
            <a:ext cx="153325" cy="4652962"/>
            <a:chOff x="7955616" y="614090"/>
            <a:chExt cx="153325" cy="4652962"/>
          </a:xfrm>
        </p:grpSpPr>
        <p:cxnSp>
          <p:nvCxnSpPr>
            <p:cNvPr id="6" name="Straight Connector 5">
              <a:extLst>
                <a:ext uri="{FF2B5EF4-FFF2-40B4-BE49-F238E27FC236}">
                  <a16:creationId xmlns:a16="http://schemas.microsoft.com/office/drawing/2014/main" id="{6CD3F3B5-C750-A65D-6DE1-6C5D78A5B754}"/>
                </a:ext>
              </a:extLst>
            </p:cNvPr>
            <p:cNvCxnSpPr>
              <a:cxnSpLocks/>
            </p:cNvCxnSpPr>
            <p:nvPr userDrawn="1"/>
          </p:nvCxnSpPr>
          <p:spPr>
            <a:xfrm>
              <a:off x="7955616" y="614090"/>
              <a:ext cx="0" cy="4652962"/>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8A1DB89-1AFC-4CB6-1700-775CFA0CD7BA}"/>
                </a:ext>
              </a:extLst>
            </p:cNvPr>
            <p:cNvCxnSpPr>
              <a:cxnSpLocks/>
            </p:cNvCxnSpPr>
            <p:nvPr userDrawn="1"/>
          </p:nvCxnSpPr>
          <p:spPr>
            <a:xfrm>
              <a:off x="8108941" y="2802633"/>
              <a:ext cx="0" cy="2464419"/>
            </a:xfrm>
            <a:prstGeom prst="line">
              <a:avLst/>
            </a:prstGeom>
            <a:ln w="88900" cap="rnd">
              <a:gradFill flip="none" rotWithShape="1">
                <a:gsLst>
                  <a:gs pos="0">
                    <a:srgbClr val="2A8EF8"/>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sp>
        <p:nvSpPr>
          <p:cNvPr id="10" name="Oval 9">
            <a:extLst>
              <a:ext uri="{FF2B5EF4-FFF2-40B4-BE49-F238E27FC236}">
                <a16:creationId xmlns:a16="http://schemas.microsoft.com/office/drawing/2014/main" id="{F19C15C2-A98B-6D18-4033-075B798CD042}"/>
              </a:ext>
            </a:extLst>
          </p:cNvPr>
          <p:cNvSpPr/>
          <p:nvPr userDrawn="1"/>
        </p:nvSpPr>
        <p:spPr>
          <a:xfrm>
            <a:off x="6447558"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1" name="Oval 10">
            <a:extLst>
              <a:ext uri="{FF2B5EF4-FFF2-40B4-BE49-F238E27FC236}">
                <a16:creationId xmlns:a16="http://schemas.microsoft.com/office/drawing/2014/main" id="{3678EF5D-94EB-2F9C-D832-D7E6E2935FD7}"/>
              </a:ext>
            </a:extLst>
          </p:cNvPr>
          <p:cNvSpPr/>
          <p:nvPr userDrawn="1"/>
        </p:nvSpPr>
        <p:spPr>
          <a:xfrm>
            <a:off x="695325"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Tree>
    <p:extLst>
      <p:ext uri="{BB962C8B-B14F-4D97-AF65-F5344CB8AC3E}">
        <p14:creationId xmlns:p14="http://schemas.microsoft.com/office/powerpoint/2010/main" val="3764568563"/>
      </p:ext>
    </p:extLst>
  </p:cSld>
  <p:clrMapOvr>
    <a:masterClrMapping/>
  </p:clrMapOvr>
  <p:extLst>
    <p:ext uri="{DCECCB84-F9BA-43D5-87BE-67443E8EF086}">
      <p15:sldGuideLst xmlns:p15="http://schemas.microsoft.com/office/powerpoint/2012/main">
        <p15:guide id="1" pos="3636">
          <p15:clr>
            <a:srgbClr val="FBAE40"/>
          </p15:clr>
        </p15:guide>
        <p15:guide id="2" pos="4067">
          <p15:clr>
            <a:srgbClr val="FBAE40"/>
          </p15:clr>
        </p15:guide>
        <p15:guide id="3" orient="horz" pos="138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umns 3.1">
    <p:spTree>
      <p:nvGrpSpPr>
        <p:cNvPr id="1" name=""/>
        <p:cNvGrpSpPr/>
        <p:nvPr/>
      </p:nvGrpSpPr>
      <p:grpSpPr>
        <a:xfrm>
          <a:off x="0" y="0"/>
          <a:ext cx="0" cy="0"/>
          <a:chOff x="0" y="0"/>
          <a:chExt cx="0" cy="0"/>
        </a:xfrm>
      </p:grpSpPr>
      <p:sp>
        <p:nvSpPr>
          <p:cNvPr id="62" name="Text Placeholder 61">
            <a:extLst>
              <a:ext uri="{FF2B5EF4-FFF2-40B4-BE49-F238E27FC236}">
                <a16:creationId xmlns:a16="http://schemas.microsoft.com/office/drawing/2014/main" id="{96C3D924-BD37-2E03-BCC3-8D3A4BBDE717}"/>
              </a:ext>
            </a:extLst>
          </p:cNvPr>
          <p:cNvSpPr>
            <a:spLocks noGrp="1"/>
          </p:cNvSpPr>
          <p:nvPr>
            <p:ph type="body" sz="quarter" idx="10"/>
          </p:nvPr>
        </p:nvSpPr>
        <p:spPr>
          <a:xfrm>
            <a:off x="695325" y="1449388"/>
            <a:ext cx="32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64" name="Right Triangle 63">
            <a:extLst>
              <a:ext uri="{FF2B5EF4-FFF2-40B4-BE49-F238E27FC236}">
                <a16:creationId xmlns:a16="http://schemas.microsoft.com/office/drawing/2014/main" id="{59D17624-219F-0348-713D-D6FA17EE20CC}"/>
              </a:ext>
            </a:extLst>
          </p:cNvPr>
          <p:cNvSpPr/>
          <p:nvPr userDrawn="1"/>
        </p:nvSpPr>
        <p:spPr>
          <a:xfrm rot="10800000">
            <a:off x="559864" y="2677876"/>
            <a:ext cx="148919" cy="256768"/>
          </a:xfrm>
          <a:prstGeom prst="rtTriangle">
            <a:avLst/>
          </a:prstGeom>
          <a:solidFill>
            <a:srgbClr val="1F4A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 Placeholder 65">
            <a:extLst>
              <a:ext uri="{FF2B5EF4-FFF2-40B4-BE49-F238E27FC236}">
                <a16:creationId xmlns:a16="http://schemas.microsoft.com/office/drawing/2014/main" id="{15AC3368-BF76-5843-747E-56DB8530DEEC}"/>
              </a:ext>
            </a:extLst>
          </p:cNvPr>
          <p:cNvSpPr>
            <a:spLocks noGrp="1"/>
          </p:cNvSpPr>
          <p:nvPr>
            <p:ph type="body" sz="quarter" idx="11" hasCustomPrompt="1"/>
          </p:nvPr>
        </p:nvSpPr>
        <p:spPr>
          <a:xfrm>
            <a:off x="556705" y="2265579"/>
            <a:ext cx="1080000" cy="412750"/>
          </a:xfrm>
          <a:prstGeom prst="homePlate">
            <a:avLst/>
          </a:prstGeom>
          <a:solidFill>
            <a:schemeClr val="tx2"/>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60" name="Text Placeholder 61">
            <a:extLst>
              <a:ext uri="{FF2B5EF4-FFF2-40B4-BE49-F238E27FC236}">
                <a16:creationId xmlns:a16="http://schemas.microsoft.com/office/drawing/2014/main" id="{B17CFF93-3A12-364B-00B9-B4CD9F0DD3BF}"/>
              </a:ext>
            </a:extLst>
          </p:cNvPr>
          <p:cNvSpPr>
            <a:spLocks noGrp="1"/>
          </p:cNvSpPr>
          <p:nvPr>
            <p:ph type="body" sz="quarter" idx="12"/>
          </p:nvPr>
        </p:nvSpPr>
        <p:spPr>
          <a:xfrm>
            <a:off x="4476000" y="1449388"/>
            <a:ext cx="32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61" name="Right Triangle 60">
            <a:extLst>
              <a:ext uri="{FF2B5EF4-FFF2-40B4-BE49-F238E27FC236}">
                <a16:creationId xmlns:a16="http://schemas.microsoft.com/office/drawing/2014/main" id="{E18134F4-4112-4C6C-FF72-DC6AFF5EB71F}"/>
              </a:ext>
            </a:extLst>
          </p:cNvPr>
          <p:cNvSpPr/>
          <p:nvPr userDrawn="1"/>
        </p:nvSpPr>
        <p:spPr>
          <a:xfrm rot="10800000">
            <a:off x="4311769" y="2677876"/>
            <a:ext cx="148919" cy="256768"/>
          </a:xfrm>
          <a:prstGeom prst="rtTriangle">
            <a:avLst/>
          </a:prstGeom>
          <a:solidFill>
            <a:srgbClr val="1A5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 Placeholder 65">
            <a:extLst>
              <a:ext uri="{FF2B5EF4-FFF2-40B4-BE49-F238E27FC236}">
                <a16:creationId xmlns:a16="http://schemas.microsoft.com/office/drawing/2014/main" id="{AC53B018-40A0-3198-9632-65EE0486D89E}"/>
              </a:ext>
            </a:extLst>
          </p:cNvPr>
          <p:cNvSpPr>
            <a:spLocks noGrp="1"/>
          </p:cNvSpPr>
          <p:nvPr>
            <p:ph type="body" sz="quarter" idx="13" hasCustomPrompt="1"/>
          </p:nvPr>
        </p:nvSpPr>
        <p:spPr>
          <a:xfrm>
            <a:off x="4323308" y="2265579"/>
            <a:ext cx="1080000" cy="412750"/>
          </a:xfrm>
          <a:prstGeom prst="homePlate">
            <a:avLst/>
          </a:prstGeom>
          <a:solidFill>
            <a:srgbClr val="2C98F5"/>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72" name="Text Placeholder 61">
            <a:extLst>
              <a:ext uri="{FF2B5EF4-FFF2-40B4-BE49-F238E27FC236}">
                <a16:creationId xmlns:a16="http://schemas.microsoft.com/office/drawing/2014/main" id="{0FDDE25E-F738-EF22-E22D-4309FC2B056B}"/>
              </a:ext>
            </a:extLst>
          </p:cNvPr>
          <p:cNvSpPr>
            <a:spLocks noGrp="1"/>
          </p:cNvSpPr>
          <p:nvPr>
            <p:ph type="body" sz="quarter" idx="18"/>
          </p:nvPr>
        </p:nvSpPr>
        <p:spPr>
          <a:xfrm>
            <a:off x="8256675" y="1449388"/>
            <a:ext cx="32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73" name="Right Triangle 72">
            <a:extLst>
              <a:ext uri="{FF2B5EF4-FFF2-40B4-BE49-F238E27FC236}">
                <a16:creationId xmlns:a16="http://schemas.microsoft.com/office/drawing/2014/main" id="{4FCE7D46-C21F-E491-ACA1-6176F2F13BE8}"/>
              </a:ext>
            </a:extLst>
          </p:cNvPr>
          <p:cNvSpPr/>
          <p:nvPr userDrawn="1"/>
        </p:nvSpPr>
        <p:spPr>
          <a:xfrm rot="10800000">
            <a:off x="8107756" y="2677876"/>
            <a:ext cx="148919" cy="256768"/>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 Placeholder 65">
            <a:extLst>
              <a:ext uri="{FF2B5EF4-FFF2-40B4-BE49-F238E27FC236}">
                <a16:creationId xmlns:a16="http://schemas.microsoft.com/office/drawing/2014/main" id="{2EF25069-05F9-1912-FD70-F039A32D94D4}"/>
              </a:ext>
            </a:extLst>
          </p:cNvPr>
          <p:cNvSpPr>
            <a:spLocks noGrp="1"/>
          </p:cNvSpPr>
          <p:nvPr>
            <p:ph type="body" sz="quarter" idx="19" hasCustomPrompt="1"/>
          </p:nvPr>
        </p:nvSpPr>
        <p:spPr>
          <a:xfrm>
            <a:off x="8118055" y="2265579"/>
            <a:ext cx="1080000" cy="412750"/>
          </a:xfrm>
          <a:prstGeom prst="homePlate">
            <a:avLst/>
          </a:prstGeom>
          <a:solidFill>
            <a:schemeClr val="accent1"/>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956831714"/>
      </p:ext>
    </p:extLst>
  </p:cSld>
  <p:clrMapOvr>
    <a:masterClrMapping/>
  </p:clrMapOvr>
  <p:extLst>
    <p:ext uri="{DCECCB84-F9BA-43D5-87BE-67443E8EF086}">
      <p15:sldGuideLst xmlns:p15="http://schemas.microsoft.com/office/powerpoint/2012/main">
        <p15:guide id="1" pos="2485">
          <p15:clr>
            <a:srgbClr val="FBAE40"/>
          </p15:clr>
        </p15:guide>
        <p15:guide id="2" pos="2819">
          <p15:clr>
            <a:srgbClr val="FBAE40"/>
          </p15:clr>
        </p15:guide>
        <p15:guide id="3" pos="4861">
          <p15:clr>
            <a:srgbClr val="FBAE40"/>
          </p15:clr>
        </p15:guide>
        <p15:guide id="4" pos="51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umns 3.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61">
            <a:extLst>
              <a:ext uri="{FF2B5EF4-FFF2-40B4-BE49-F238E27FC236}">
                <a16:creationId xmlns:a16="http://schemas.microsoft.com/office/drawing/2014/main" id="{B1957458-4890-2301-F716-BC421B062FED}"/>
              </a:ext>
            </a:extLst>
          </p:cNvPr>
          <p:cNvSpPr>
            <a:spLocks noGrp="1"/>
          </p:cNvSpPr>
          <p:nvPr>
            <p:ph type="body" sz="quarter" idx="12"/>
          </p:nvPr>
        </p:nvSpPr>
        <p:spPr>
          <a:xfrm>
            <a:off x="695325" y="1449386"/>
            <a:ext cx="3249613"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3" name="Text Placeholder 61">
            <a:extLst>
              <a:ext uri="{FF2B5EF4-FFF2-40B4-BE49-F238E27FC236}">
                <a16:creationId xmlns:a16="http://schemas.microsoft.com/office/drawing/2014/main" id="{B0D573BA-F70C-5FBB-7881-09189E26A463}"/>
              </a:ext>
            </a:extLst>
          </p:cNvPr>
          <p:cNvSpPr>
            <a:spLocks noGrp="1"/>
          </p:cNvSpPr>
          <p:nvPr>
            <p:ph type="body" sz="quarter" idx="13"/>
          </p:nvPr>
        </p:nvSpPr>
        <p:spPr>
          <a:xfrm>
            <a:off x="695325" y="1449388"/>
            <a:ext cx="3249613" cy="541866"/>
          </a:xfrm>
          <a:prstGeom prst="round2SameRect">
            <a:avLst>
              <a:gd name="adj1" fmla="val 21667"/>
              <a:gd name="adj2" fmla="val 0"/>
            </a:avLst>
          </a:prstGeom>
          <a:gradFill flip="none" rotWithShape="1">
            <a:gsLst>
              <a:gs pos="99000">
                <a:srgbClr val="35ADE3"/>
              </a:gs>
              <a:gs pos="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
        <p:nvSpPr>
          <p:cNvPr id="5" name="Text Placeholder 61">
            <a:extLst>
              <a:ext uri="{FF2B5EF4-FFF2-40B4-BE49-F238E27FC236}">
                <a16:creationId xmlns:a16="http://schemas.microsoft.com/office/drawing/2014/main" id="{B54AB26D-8191-C820-9BEF-81DE64D11D37}"/>
              </a:ext>
            </a:extLst>
          </p:cNvPr>
          <p:cNvSpPr>
            <a:spLocks noGrp="1"/>
          </p:cNvSpPr>
          <p:nvPr>
            <p:ph type="body" sz="quarter" idx="14"/>
          </p:nvPr>
        </p:nvSpPr>
        <p:spPr>
          <a:xfrm>
            <a:off x="8247063" y="1449386"/>
            <a:ext cx="3249614"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6" name="Text Placeholder 61">
            <a:extLst>
              <a:ext uri="{FF2B5EF4-FFF2-40B4-BE49-F238E27FC236}">
                <a16:creationId xmlns:a16="http://schemas.microsoft.com/office/drawing/2014/main" id="{9FA7AB6D-835C-371D-8599-7EDAC9630AEF}"/>
              </a:ext>
            </a:extLst>
          </p:cNvPr>
          <p:cNvSpPr>
            <a:spLocks noGrp="1"/>
          </p:cNvSpPr>
          <p:nvPr>
            <p:ph type="body" sz="quarter" idx="15"/>
          </p:nvPr>
        </p:nvSpPr>
        <p:spPr>
          <a:xfrm>
            <a:off x="8247063" y="1449388"/>
            <a:ext cx="3249614" cy="541866"/>
          </a:xfrm>
          <a:prstGeom prst="round2SameRect">
            <a:avLst>
              <a:gd name="adj1" fmla="val 21667"/>
              <a:gd name="adj2" fmla="val 0"/>
            </a:avLst>
          </a:prstGeom>
          <a:gradFill flip="none" rotWithShape="1">
            <a:gsLst>
              <a:gs pos="100000">
                <a:srgbClr val="49DEB6"/>
              </a:gs>
              <a:gs pos="0">
                <a:srgbClr val="42CCC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
        <p:nvSpPr>
          <p:cNvPr id="7" name="Text Placeholder 61">
            <a:extLst>
              <a:ext uri="{FF2B5EF4-FFF2-40B4-BE49-F238E27FC236}">
                <a16:creationId xmlns:a16="http://schemas.microsoft.com/office/drawing/2014/main" id="{6880C87E-AD9F-477A-0811-417B63533933}"/>
              </a:ext>
            </a:extLst>
          </p:cNvPr>
          <p:cNvSpPr>
            <a:spLocks noGrp="1"/>
          </p:cNvSpPr>
          <p:nvPr>
            <p:ph type="body" sz="quarter" idx="16"/>
          </p:nvPr>
        </p:nvSpPr>
        <p:spPr>
          <a:xfrm>
            <a:off x="4470929" y="1449386"/>
            <a:ext cx="3249614"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8" name="Text Placeholder 61">
            <a:extLst>
              <a:ext uri="{FF2B5EF4-FFF2-40B4-BE49-F238E27FC236}">
                <a16:creationId xmlns:a16="http://schemas.microsoft.com/office/drawing/2014/main" id="{51F6D7D6-6BBD-991B-E211-6FAB5FA2DFA8}"/>
              </a:ext>
            </a:extLst>
          </p:cNvPr>
          <p:cNvSpPr>
            <a:spLocks noGrp="1"/>
          </p:cNvSpPr>
          <p:nvPr>
            <p:ph type="body" sz="quarter" idx="17"/>
          </p:nvPr>
        </p:nvSpPr>
        <p:spPr>
          <a:xfrm>
            <a:off x="4470929" y="1449388"/>
            <a:ext cx="3249614" cy="541866"/>
          </a:xfrm>
          <a:prstGeom prst="round2SameRect">
            <a:avLst>
              <a:gd name="adj1" fmla="val 21667"/>
              <a:gd name="adj2" fmla="val 0"/>
            </a:avLst>
          </a:prstGeom>
          <a:gradFill flip="none" rotWithShape="1">
            <a:gsLst>
              <a:gs pos="93000">
                <a:srgbClr val="40C8CA"/>
              </a:gs>
              <a:gs pos="0">
                <a:srgbClr val="35B1D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Tree>
    <p:extLst>
      <p:ext uri="{BB962C8B-B14F-4D97-AF65-F5344CB8AC3E}">
        <p14:creationId xmlns:p14="http://schemas.microsoft.com/office/powerpoint/2010/main" val="843773206"/>
      </p:ext>
    </p:extLst>
  </p:cSld>
  <p:clrMapOvr>
    <a:masterClrMapping/>
  </p:clrMapOvr>
  <p:extLst>
    <p:ext uri="{DCECCB84-F9BA-43D5-87BE-67443E8EF086}">
      <p15:sldGuideLst xmlns:p15="http://schemas.microsoft.com/office/powerpoint/2012/main">
        <p15:guide id="1" pos="2485">
          <p15:clr>
            <a:srgbClr val="FBAE40"/>
          </p15:clr>
        </p15:guide>
        <p15:guide id="2" pos="2819">
          <p15:clr>
            <a:srgbClr val="FBAE40"/>
          </p15:clr>
        </p15:guide>
        <p15:guide id="3" pos="4861">
          <p15:clr>
            <a:srgbClr val="FBAE40"/>
          </p15:clr>
        </p15:guide>
        <p15:guide id="4" pos="51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umns 3.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9" name="Text Placeholder 61">
            <a:extLst>
              <a:ext uri="{FF2B5EF4-FFF2-40B4-BE49-F238E27FC236}">
                <a16:creationId xmlns:a16="http://schemas.microsoft.com/office/drawing/2014/main" id="{6084DE94-39B2-D242-83CB-0F4F6613F21E}"/>
              </a:ext>
            </a:extLst>
          </p:cNvPr>
          <p:cNvSpPr>
            <a:spLocks noGrp="1"/>
          </p:cNvSpPr>
          <p:nvPr>
            <p:ph type="body" sz="quarter" idx="12"/>
          </p:nvPr>
        </p:nvSpPr>
        <p:spPr>
          <a:xfrm>
            <a:off x="730334" y="1449388"/>
            <a:ext cx="3214604"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0" name="Text Placeholder 61">
            <a:extLst>
              <a:ext uri="{FF2B5EF4-FFF2-40B4-BE49-F238E27FC236}">
                <a16:creationId xmlns:a16="http://schemas.microsoft.com/office/drawing/2014/main" id="{3B37CC61-BF4A-7B13-0963-0233D593BADC}"/>
              </a:ext>
            </a:extLst>
          </p:cNvPr>
          <p:cNvSpPr>
            <a:spLocks noGrp="1"/>
          </p:cNvSpPr>
          <p:nvPr>
            <p:ph type="body" sz="quarter" idx="18"/>
          </p:nvPr>
        </p:nvSpPr>
        <p:spPr>
          <a:xfrm>
            <a:off x="4475163" y="1449388"/>
            <a:ext cx="3214604"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1" name="Oval 10">
            <a:extLst>
              <a:ext uri="{FF2B5EF4-FFF2-40B4-BE49-F238E27FC236}">
                <a16:creationId xmlns:a16="http://schemas.microsoft.com/office/drawing/2014/main" id="{02466E7C-009A-E19E-AB56-5DAFB42ED921}"/>
              </a:ext>
            </a:extLst>
          </p:cNvPr>
          <p:cNvSpPr/>
          <p:nvPr userDrawn="1"/>
        </p:nvSpPr>
        <p:spPr>
          <a:xfrm>
            <a:off x="937517" y="1679658"/>
            <a:ext cx="531327" cy="531327"/>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2" name="Oval 11">
            <a:extLst>
              <a:ext uri="{FF2B5EF4-FFF2-40B4-BE49-F238E27FC236}">
                <a16:creationId xmlns:a16="http://schemas.microsoft.com/office/drawing/2014/main" id="{5F24F5D0-C652-96CA-A042-36262B4C1509}"/>
              </a:ext>
            </a:extLst>
          </p:cNvPr>
          <p:cNvSpPr/>
          <p:nvPr userDrawn="1"/>
        </p:nvSpPr>
        <p:spPr>
          <a:xfrm>
            <a:off x="4717771" y="1679658"/>
            <a:ext cx="531327" cy="531327"/>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3" name="Text Placeholder 61">
            <a:extLst>
              <a:ext uri="{FF2B5EF4-FFF2-40B4-BE49-F238E27FC236}">
                <a16:creationId xmlns:a16="http://schemas.microsoft.com/office/drawing/2014/main" id="{D3CEDB07-3126-679B-68E7-919A654584C0}"/>
              </a:ext>
            </a:extLst>
          </p:cNvPr>
          <p:cNvSpPr>
            <a:spLocks noGrp="1"/>
          </p:cNvSpPr>
          <p:nvPr>
            <p:ph type="body" sz="quarter" idx="19"/>
          </p:nvPr>
        </p:nvSpPr>
        <p:spPr>
          <a:xfrm>
            <a:off x="8282071" y="1449389"/>
            <a:ext cx="3214604"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4" name="Oval 13">
            <a:extLst>
              <a:ext uri="{FF2B5EF4-FFF2-40B4-BE49-F238E27FC236}">
                <a16:creationId xmlns:a16="http://schemas.microsoft.com/office/drawing/2014/main" id="{6BB64FFE-FEFC-63D3-4F1A-53E72D1200CC}"/>
              </a:ext>
            </a:extLst>
          </p:cNvPr>
          <p:cNvSpPr/>
          <p:nvPr userDrawn="1"/>
        </p:nvSpPr>
        <p:spPr>
          <a:xfrm>
            <a:off x="8524679" y="1679659"/>
            <a:ext cx="531327" cy="53132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Tree>
    <p:extLst>
      <p:ext uri="{BB962C8B-B14F-4D97-AF65-F5344CB8AC3E}">
        <p14:creationId xmlns:p14="http://schemas.microsoft.com/office/powerpoint/2010/main" val="2301890615"/>
      </p:ext>
    </p:extLst>
  </p:cSld>
  <p:clrMapOvr>
    <a:masterClrMapping/>
  </p:clrMapOvr>
  <p:extLst>
    <p:ext uri="{DCECCB84-F9BA-43D5-87BE-67443E8EF086}">
      <p15:sldGuideLst xmlns:p15="http://schemas.microsoft.com/office/powerpoint/2012/main">
        <p15:guide id="1" pos="2485">
          <p15:clr>
            <a:srgbClr val="FBAE40"/>
          </p15:clr>
        </p15:guide>
        <p15:guide id="2" pos="2819">
          <p15:clr>
            <a:srgbClr val="FBAE40"/>
          </p15:clr>
        </p15:guide>
        <p15:guide id="3" pos="4861">
          <p15:clr>
            <a:srgbClr val="FBAE40"/>
          </p15:clr>
        </p15:guide>
        <p15:guide id="4" pos="51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umn 3.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9" name="Text Placeholder 61">
            <a:extLst>
              <a:ext uri="{FF2B5EF4-FFF2-40B4-BE49-F238E27FC236}">
                <a16:creationId xmlns:a16="http://schemas.microsoft.com/office/drawing/2014/main" id="{6084DE94-39B2-D242-83CB-0F4F6613F21E}"/>
              </a:ext>
            </a:extLst>
          </p:cNvPr>
          <p:cNvSpPr>
            <a:spLocks noGrp="1"/>
          </p:cNvSpPr>
          <p:nvPr>
            <p:ph type="body" sz="quarter" idx="12"/>
          </p:nvPr>
        </p:nvSpPr>
        <p:spPr>
          <a:xfrm>
            <a:off x="730334" y="2168524"/>
            <a:ext cx="3214604" cy="3421063"/>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0" name="Text Placeholder 61">
            <a:extLst>
              <a:ext uri="{FF2B5EF4-FFF2-40B4-BE49-F238E27FC236}">
                <a16:creationId xmlns:a16="http://schemas.microsoft.com/office/drawing/2014/main" id="{3B37CC61-BF4A-7B13-0963-0233D593BADC}"/>
              </a:ext>
            </a:extLst>
          </p:cNvPr>
          <p:cNvSpPr>
            <a:spLocks noGrp="1"/>
          </p:cNvSpPr>
          <p:nvPr>
            <p:ph type="body" sz="quarter" idx="18"/>
          </p:nvPr>
        </p:nvSpPr>
        <p:spPr>
          <a:xfrm>
            <a:off x="4475163" y="2168524"/>
            <a:ext cx="3214604" cy="3421063"/>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3" name="Text Placeholder 61">
            <a:extLst>
              <a:ext uri="{FF2B5EF4-FFF2-40B4-BE49-F238E27FC236}">
                <a16:creationId xmlns:a16="http://schemas.microsoft.com/office/drawing/2014/main" id="{D3CEDB07-3126-679B-68E7-919A654584C0}"/>
              </a:ext>
            </a:extLst>
          </p:cNvPr>
          <p:cNvSpPr>
            <a:spLocks noGrp="1"/>
          </p:cNvSpPr>
          <p:nvPr>
            <p:ph type="body" sz="quarter" idx="19"/>
          </p:nvPr>
        </p:nvSpPr>
        <p:spPr>
          <a:xfrm>
            <a:off x="8282071" y="2168525"/>
            <a:ext cx="3214604" cy="3421063"/>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cxnSp>
        <p:nvCxnSpPr>
          <p:cNvPr id="2" name="Straight Connector 1">
            <a:extLst>
              <a:ext uri="{FF2B5EF4-FFF2-40B4-BE49-F238E27FC236}">
                <a16:creationId xmlns:a16="http://schemas.microsoft.com/office/drawing/2014/main" id="{FF934743-CC8D-D6C2-0834-DC6AD5C605B9}"/>
              </a:ext>
            </a:extLst>
          </p:cNvPr>
          <p:cNvCxnSpPr>
            <a:cxnSpLocks/>
          </p:cNvCxnSpPr>
          <p:nvPr userDrawn="1"/>
        </p:nvCxnSpPr>
        <p:spPr>
          <a:xfrm>
            <a:off x="4220339" y="2200275"/>
            <a:ext cx="0" cy="4657724"/>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DB04B81D-3EE8-D8EC-0A87-43FEAC8B7D10}"/>
              </a:ext>
            </a:extLst>
          </p:cNvPr>
          <p:cNvGrpSpPr/>
          <p:nvPr userDrawn="1"/>
        </p:nvGrpSpPr>
        <p:grpSpPr>
          <a:xfrm>
            <a:off x="7783529" y="603063"/>
            <a:ext cx="314974" cy="6254936"/>
            <a:chOff x="7811095" y="603063"/>
            <a:chExt cx="314974" cy="6254936"/>
          </a:xfrm>
        </p:grpSpPr>
        <p:cxnSp>
          <p:nvCxnSpPr>
            <p:cNvPr id="3" name="Straight Connector 2">
              <a:extLst>
                <a:ext uri="{FF2B5EF4-FFF2-40B4-BE49-F238E27FC236}">
                  <a16:creationId xmlns:a16="http://schemas.microsoft.com/office/drawing/2014/main" id="{F53E8E3D-EDEB-99C8-EFCA-358D03F1BFDA}"/>
                </a:ext>
              </a:extLst>
            </p:cNvPr>
            <p:cNvCxnSpPr>
              <a:cxnSpLocks/>
            </p:cNvCxnSpPr>
            <p:nvPr userDrawn="1"/>
          </p:nvCxnSpPr>
          <p:spPr>
            <a:xfrm>
              <a:off x="7955616" y="892105"/>
              <a:ext cx="0" cy="5965894"/>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F366F446-1900-58C8-9099-7A8C534E11B2}"/>
                </a:ext>
              </a:extLst>
            </p:cNvPr>
            <p:cNvSpPr/>
            <p:nvPr userDrawn="1"/>
          </p:nvSpPr>
          <p:spPr>
            <a:xfrm rot="5400000">
              <a:off x="7811095" y="603063"/>
              <a:ext cx="289042" cy="289042"/>
            </a:xfrm>
            <a:prstGeom prst="ellipse">
              <a:avLst/>
            </a:prstGeom>
            <a:noFill/>
            <a:ln w="889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FE8D780F-CFF1-CEE3-1BCA-7CA4CE17A779}"/>
                </a:ext>
              </a:extLst>
            </p:cNvPr>
            <p:cNvCxnSpPr>
              <a:cxnSpLocks/>
            </p:cNvCxnSpPr>
            <p:nvPr userDrawn="1"/>
          </p:nvCxnSpPr>
          <p:spPr>
            <a:xfrm>
              <a:off x="8126069" y="5168900"/>
              <a:ext cx="0" cy="1689099"/>
            </a:xfrm>
            <a:prstGeom prst="line">
              <a:avLst/>
            </a:prstGeom>
            <a:ln w="88900" cap="rnd">
              <a:gradFill flip="none" rotWithShape="1">
                <a:gsLst>
                  <a:gs pos="0">
                    <a:srgbClr val="35B1DE"/>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AEB16AB1-BCAD-1022-59A6-8B058C7EC1EF}"/>
              </a:ext>
            </a:extLst>
          </p:cNvPr>
          <p:cNvSpPr/>
          <p:nvPr/>
        </p:nvSpPr>
        <p:spPr>
          <a:xfrm>
            <a:off x="4495880"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7" name="Oval 16">
            <a:extLst>
              <a:ext uri="{FF2B5EF4-FFF2-40B4-BE49-F238E27FC236}">
                <a16:creationId xmlns:a16="http://schemas.microsoft.com/office/drawing/2014/main" id="{70168369-9F33-A645-2C46-22F0225E288F}"/>
              </a:ext>
            </a:extLst>
          </p:cNvPr>
          <p:cNvSpPr/>
          <p:nvPr/>
        </p:nvSpPr>
        <p:spPr>
          <a:xfrm>
            <a:off x="8298063"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20" name="Oval 19">
            <a:extLst>
              <a:ext uri="{FF2B5EF4-FFF2-40B4-BE49-F238E27FC236}">
                <a16:creationId xmlns:a16="http://schemas.microsoft.com/office/drawing/2014/main" id="{468998FF-547D-2900-A8D9-3D27D07B655B}"/>
              </a:ext>
            </a:extLst>
          </p:cNvPr>
          <p:cNvSpPr/>
          <p:nvPr/>
        </p:nvSpPr>
        <p:spPr>
          <a:xfrm>
            <a:off x="695325"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Tree>
    <p:extLst>
      <p:ext uri="{BB962C8B-B14F-4D97-AF65-F5344CB8AC3E}">
        <p14:creationId xmlns:p14="http://schemas.microsoft.com/office/powerpoint/2010/main" val="4114155448"/>
      </p:ext>
    </p:extLst>
  </p:cSld>
  <p:clrMapOvr>
    <a:masterClrMapping/>
  </p:clrMapOvr>
  <p:extLst>
    <p:ext uri="{DCECCB84-F9BA-43D5-87BE-67443E8EF086}">
      <p15:sldGuideLst xmlns:p15="http://schemas.microsoft.com/office/powerpoint/2012/main">
        <p15:guide id="1" pos="2485">
          <p15:clr>
            <a:srgbClr val="FBAE40"/>
          </p15:clr>
        </p15:guide>
        <p15:guide id="2" pos="2819">
          <p15:clr>
            <a:srgbClr val="FBAE40"/>
          </p15:clr>
        </p15:guide>
        <p15:guide id="3" pos="4861">
          <p15:clr>
            <a:srgbClr val="FBAE40"/>
          </p15:clr>
        </p15:guide>
        <p15:guide id="4" pos="5195">
          <p15:clr>
            <a:srgbClr val="FBAE40"/>
          </p15:clr>
        </p15:guide>
        <p15:guide id="5" orient="horz" pos="136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lumns 4.1">
    <p:spTree>
      <p:nvGrpSpPr>
        <p:cNvPr id="1" name=""/>
        <p:cNvGrpSpPr/>
        <p:nvPr/>
      </p:nvGrpSpPr>
      <p:grpSpPr>
        <a:xfrm>
          <a:off x="0" y="0"/>
          <a:ext cx="0" cy="0"/>
          <a:chOff x="0" y="0"/>
          <a:chExt cx="0" cy="0"/>
        </a:xfrm>
      </p:grpSpPr>
      <p:sp>
        <p:nvSpPr>
          <p:cNvPr id="62" name="Text Placeholder 61">
            <a:extLst>
              <a:ext uri="{FF2B5EF4-FFF2-40B4-BE49-F238E27FC236}">
                <a16:creationId xmlns:a16="http://schemas.microsoft.com/office/drawing/2014/main" id="{96C3D924-BD37-2E03-BCC3-8D3A4BBDE717}"/>
              </a:ext>
            </a:extLst>
          </p:cNvPr>
          <p:cNvSpPr>
            <a:spLocks noGrp="1"/>
          </p:cNvSpPr>
          <p:nvPr>
            <p:ph type="body" sz="quarter" idx="10"/>
          </p:nvPr>
        </p:nvSpPr>
        <p:spPr>
          <a:xfrm>
            <a:off x="684202" y="1449388"/>
            <a:ext cx="23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64" name="Right Triangle 63">
            <a:extLst>
              <a:ext uri="{FF2B5EF4-FFF2-40B4-BE49-F238E27FC236}">
                <a16:creationId xmlns:a16="http://schemas.microsoft.com/office/drawing/2014/main" id="{59D17624-219F-0348-713D-D6FA17EE20CC}"/>
              </a:ext>
            </a:extLst>
          </p:cNvPr>
          <p:cNvSpPr/>
          <p:nvPr userDrawn="1"/>
        </p:nvSpPr>
        <p:spPr>
          <a:xfrm rot="10800000">
            <a:off x="548741" y="2677876"/>
            <a:ext cx="148919" cy="256768"/>
          </a:xfrm>
          <a:prstGeom prst="rtTriangle">
            <a:avLst/>
          </a:prstGeom>
          <a:solidFill>
            <a:srgbClr val="1F4A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 Placeholder 65">
            <a:extLst>
              <a:ext uri="{FF2B5EF4-FFF2-40B4-BE49-F238E27FC236}">
                <a16:creationId xmlns:a16="http://schemas.microsoft.com/office/drawing/2014/main" id="{15AC3368-BF76-5843-747E-56DB8530DEEC}"/>
              </a:ext>
            </a:extLst>
          </p:cNvPr>
          <p:cNvSpPr>
            <a:spLocks noGrp="1"/>
          </p:cNvSpPr>
          <p:nvPr>
            <p:ph type="body" sz="quarter" idx="11" hasCustomPrompt="1"/>
          </p:nvPr>
        </p:nvSpPr>
        <p:spPr>
          <a:xfrm>
            <a:off x="545582" y="2265579"/>
            <a:ext cx="1080000" cy="412750"/>
          </a:xfrm>
          <a:prstGeom prst="homePlate">
            <a:avLst/>
          </a:prstGeom>
          <a:solidFill>
            <a:schemeClr val="tx2"/>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60" name="Text Placeholder 61">
            <a:extLst>
              <a:ext uri="{FF2B5EF4-FFF2-40B4-BE49-F238E27FC236}">
                <a16:creationId xmlns:a16="http://schemas.microsoft.com/office/drawing/2014/main" id="{B17CFF93-3A12-364B-00B9-B4CD9F0DD3BF}"/>
              </a:ext>
            </a:extLst>
          </p:cNvPr>
          <p:cNvSpPr>
            <a:spLocks noGrp="1"/>
          </p:cNvSpPr>
          <p:nvPr>
            <p:ph type="body" sz="quarter" idx="12"/>
          </p:nvPr>
        </p:nvSpPr>
        <p:spPr>
          <a:xfrm>
            <a:off x="3508360" y="1449388"/>
            <a:ext cx="23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61" name="Right Triangle 60">
            <a:extLst>
              <a:ext uri="{FF2B5EF4-FFF2-40B4-BE49-F238E27FC236}">
                <a16:creationId xmlns:a16="http://schemas.microsoft.com/office/drawing/2014/main" id="{E18134F4-4112-4C6C-FF72-DC6AFF5EB71F}"/>
              </a:ext>
            </a:extLst>
          </p:cNvPr>
          <p:cNvSpPr/>
          <p:nvPr userDrawn="1"/>
        </p:nvSpPr>
        <p:spPr>
          <a:xfrm rot="10800000">
            <a:off x="3357870" y="2677876"/>
            <a:ext cx="148919" cy="256768"/>
          </a:xfrm>
          <a:prstGeom prst="rtTriangle">
            <a:avLst/>
          </a:prstGeom>
          <a:solidFill>
            <a:srgbClr val="278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 Placeholder 65">
            <a:extLst>
              <a:ext uri="{FF2B5EF4-FFF2-40B4-BE49-F238E27FC236}">
                <a16:creationId xmlns:a16="http://schemas.microsoft.com/office/drawing/2014/main" id="{AC53B018-40A0-3198-9632-65EE0486D89E}"/>
              </a:ext>
            </a:extLst>
          </p:cNvPr>
          <p:cNvSpPr>
            <a:spLocks noGrp="1"/>
          </p:cNvSpPr>
          <p:nvPr>
            <p:ph type="body" sz="quarter" idx="13" hasCustomPrompt="1"/>
          </p:nvPr>
        </p:nvSpPr>
        <p:spPr>
          <a:xfrm>
            <a:off x="3369409" y="2265579"/>
            <a:ext cx="1080000" cy="412750"/>
          </a:xfrm>
          <a:prstGeom prst="homePlate">
            <a:avLst/>
          </a:prstGeom>
          <a:solidFill>
            <a:srgbClr val="2C98F5"/>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00</a:t>
            </a:r>
          </a:p>
        </p:txBody>
      </p:sp>
      <p:sp>
        <p:nvSpPr>
          <p:cNvPr id="69" name="Text Placeholder 61">
            <a:extLst>
              <a:ext uri="{FF2B5EF4-FFF2-40B4-BE49-F238E27FC236}">
                <a16:creationId xmlns:a16="http://schemas.microsoft.com/office/drawing/2014/main" id="{91E04EEE-2ADA-4465-1BEB-72FC32B73CDE}"/>
              </a:ext>
            </a:extLst>
          </p:cNvPr>
          <p:cNvSpPr>
            <a:spLocks noGrp="1"/>
          </p:cNvSpPr>
          <p:nvPr>
            <p:ph type="body" sz="quarter" idx="16"/>
          </p:nvPr>
        </p:nvSpPr>
        <p:spPr>
          <a:xfrm>
            <a:off x="6332518" y="1449388"/>
            <a:ext cx="23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70" name="Right Triangle 69">
            <a:extLst>
              <a:ext uri="{FF2B5EF4-FFF2-40B4-BE49-F238E27FC236}">
                <a16:creationId xmlns:a16="http://schemas.microsoft.com/office/drawing/2014/main" id="{959D4E69-07E5-B0C3-3402-B52915D30A0D}"/>
              </a:ext>
            </a:extLst>
          </p:cNvPr>
          <p:cNvSpPr/>
          <p:nvPr userDrawn="1"/>
        </p:nvSpPr>
        <p:spPr>
          <a:xfrm rot="10800000">
            <a:off x="6175625" y="2677876"/>
            <a:ext cx="148919" cy="256768"/>
          </a:xfrm>
          <a:prstGeom prst="rtTriangle">
            <a:avLst/>
          </a:prstGeom>
          <a:solidFill>
            <a:srgbClr val="32A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Text Placeholder 65">
            <a:extLst>
              <a:ext uri="{FF2B5EF4-FFF2-40B4-BE49-F238E27FC236}">
                <a16:creationId xmlns:a16="http://schemas.microsoft.com/office/drawing/2014/main" id="{EA94E67E-53B3-9BED-3932-55BAFF551864}"/>
              </a:ext>
            </a:extLst>
          </p:cNvPr>
          <p:cNvSpPr>
            <a:spLocks noGrp="1"/>
          </p:cNvSpPr>
          <p:nvPr>
            <p:ph type="body" sz="quarter" idx="17" hasCustomPrompt="1"/>
          </p:nvPr>
        </p:nvSpPr>
        <p:spPr>
          <a:xfrm>
            <a:off x="6175625" y="2265579"/>
            <a:ext cx="1080000" cy="412750"/>
          </a:xfrm>
          <a:prstGeom prst="homePlate">
            <a:avLst/>
          </a:prstGeom>
          <a:solidFill>
            <a:srgbClr val="3EC7CC"/>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00</a:t>
            </a:r>
          </a:p>
        </p:txBody>
      </p:sp>
      <p:sp>
        <p:nvSpPr>
          <p:cNvPr id="72" name="Text Placeholder 61">
            <a:extLst>
              <a:ext uri="{FF2B5EF4-FFF2-40B4-BE49-F238E27FC236}">
                <a16:creationId xmlns:a16="http://schemas.microsoft.com/office/drawing/2014/main" id="{0FDDE25E-F738-EF22-E22D-4309FC2B056B}"/>
              </a:ext>
            </a:extLst>
          </p:cNvPr>
          <p:cNvSpPr>
            <a:spLocks noGrp="1"/>
          </p:cNvSpPr>
          <p:nvPr>
            <p:ph type="body" sz="quarter" idx="18"/>
          </p:nvPr>
        </p:nvSpPr>
        <p:spPr>
          <a:xfrm>
            <a:off x="9156675" y="1449388"/>
            <a:ext cx="2340000"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73" name="Right Triangle 72">
            <a:extLst>
              <a:ext uri="{FF2B5EF4-FFF2-40B4-BE49-F238E27FC236}">
                <a16:creationId xmlns:a16="http://schemas.microsoft.com/office/drawing/2014/main" id="{4FCE7D46-C21F-E491-ACA1-6176F2F13BE8}"/>
              </a:ext>
            </a:extLst>
          </p:cNvPr>
          <p:cNvSpPr/>
          <p:nvPr userDrawn="1"/>
        </p:nvSpPr>
        <p:spPr>
          <a:xfrm rot="10800000">
            <a:off x="9007756" y="2677876"/>
            <a:ext cx="148919" cy="256768"/>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 Placeholder 65">
            <a:extLst>
              <a:ext uri="{FF2B5EF4-FFF2-40B4-BE49-F238E27FC236}">
                <a16:creationId xmlns:a16="http://schemas.microsoft.com/office/drawing/2014/main" id="{2EF25069-05F9-1912-FD70-F039A32D94D4}"/>
              </a:ext>
            </a:extLst>
          </p:cNvPr>
          <p:cNvSpPr>
            <a:spLocks noGrp="1"/>
          </p:cNvSpPr>
          <p:nvPr>
            <p:ph type="body" sz="quarter" idx="19" hasCustomPrompt="1"/>
          </p:nvPr>
        </p:nvSpPr>
        <p:spPr>
          <a:xfrm>
            <a:off x="9018055" y="2265579"/>
            <a:ext cx="1080000" cy="412750"/>
          </a:xfrm>
          <a:prstGeom prst="homePlate">
            <a:avLst/>
          </a:prstGeom>
          <a:solidFill>
            <a:schemeClr val="accent1"/>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00</a:t>
            </a:r>
          </a:p>
        </p:txBody>
      </p:sp>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441468355"/>
      </p:ext>
    </p:extLst>
  </p:cSld>
  <p:clrMapOvr>
    <a:masterClrMapping/>
  </p:clrMapOvr>
  <p:extLst>
    <p:ext uri="{DCECCB84-F9BA-43D5-87BE-67443E8EF086}">
      <p15:sldGuideLst xmlns:p15="http://schemas.microsoft.com/office/powerpoint/2012/main">
        <p15:guide id="1" pos="1912">
          <p15:clr>
            <a:srgbClr val="FBAE40"/>
          </p15:clr>
        </p15:guide>
        <p15:guide id="2" pos="2207">
          <p15:clr>
            <a:srgbClr val="FBAE40"/>
          </p15:clr>
        </p15:guide>
        <p15:guide id="3" pos="3691">
          <p15:clr>
            <a:srgbClr val="FBAE40"/>
          </p15:clr>
        </p15:guide>
        <p15:guide id="4" pos="3976">
          <p15:clr>
            <a:srgbClr val="FBAE40"/>
          </p15:clr>
        </p15:guide>
        <p15:guide id="5" pos="5473">
          <p15:clr>
            <a:srgbClr val="FBAE40"/>
          </p15:clr>
        </p15:guide>
        <p15:guide id="6" pos="577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lumns 4.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61">
            <a:extLst>
              <a:ext uri="{FF2B5EF4-FFF2-40B4-BE49-F238E27FC236}">
                <a16:creationId xmlns:a16="http://schemas.microsoft.com/office/drawing/2014/main" id="{0F1271C5-877E-8066-B376-A6CB7F5F63CF}"/>
              </a:ext>
            </a:extLst>
          </p:cNvPr>
          <p:cNvSpPr>
            <a:spLocks noGrp="1"/>
          </p:cNvSpPr>
          <p:nvPr>
            <p:ph type="body" sz="quarter" idx="12"/>
          </p:nvPr>
        </p:nvSpPr>
        <p:spPr>
          <a:xfrm>
            <a:off x="695325" y="1449386"/>
            <a:ext cx="2339975"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3" name="Text Placeholder 61">
            <a:extLst>
              <a:ext uri="{FF2B5EF4-FFF2-40B4-BE49-F238E27FC236}">
                <a16:creationId xmlns:a16="http://schemas.microsoft.com/office/drawing/2014/main" id="{F6CA4435-355C-293C-A445-3D119BBE9E06}"/>
              </a:ext>
            </a:extLst>
          </p:cNvPr>
          <p:cNvSpPr>
            <a:spLocks noGrp="1"/>
          </p:cNvSpPr>
          <p:nvPr>
            <p:ph type="body" sz="quarter" idx="13"/>
          </p:nvPr>
        </p:nvSpPr>
        <p:spPr>
          <a:xfrm>
            <a:off x="695325" y="1449388"/>
            <a:ext cx="2339975" cy="541866"/>
          </a:xfrm>
          <a:prstGeom prst="round2SameRect">
            <a:avLst>
              <a:gd name="adj1" fmla="val 21667"/>
              <a:gd name="adj2" fmla="val 0"/>
            </a:avLst>
          </a:prstGeom>
          <a:gradFill flip="none" rotWithShape="1">
            <a:gsLst>
              <a:gs pos="98000">
                <a:srgbClr val="2A7CF7"/>
              </a:gs>
              <a:gs pos="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
        <p:nvSpPr>
          <p:cNvPr id="5" name="Text Placeholder 61">
            <a:extLst>
              <a:ext uri="{FF2B5EF4-FFF2-40B4-BE49-F238E27FC236}">
                <a16:creationId xmlns:a16="http://schemas.microsoft.com/office/drawing/2014/main" id="{B2643012-BD1A-31CB-483A-CF10D99CB45E}"/>
              </a:ext>
            </a:extLst>
          </p:cNvPr>
          <p:cNvSpPr>
            <a:spLocks noGrp="1"/>
          </p:cNvSpPr>
          <p:nvPr>
            <p:ph type="body" sz="quarter" idx="14"/>
          </p:nvPr>
        </p:nvSpPr>
        <p:spPr>
          <a:xfrm>
            <a:off x="6327776" y="1449386"/>
            <a:ext cx="2360612"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6" name="Text Placeholder 61">
            <a:extLst>
              <a:ext uri="{FF2B5EF4-FFF2-40B4-BE49-F238E27FC236}">
                <a16:creationId xmlns:a16="http://schemas.microsoft.com/office/drawing/2014/main" id="{DFC061A1-2804-3934-9413-D57F1D80408D}"/>
              </a:ext>
            </a:extLst>
          </p:cNvPr>
          <p:cNvSpPr>
            <a:spLocks noGrp="1"/>
          </p:cNvSpPr>
          <p:nvPr>
            <p:ph type="body" sz="quarter" idx="15"/>
          </p:nvPr>
        </p:nvSpPr>
        <p:spPr>
          <a:xfrm>
            <a:off x="6327776" y="1449388"/>
            <a:ext cx="2360612" cy="541866"/>
          </a:xfrm>
          <a:prstGeom prst="round2SameRect">
            <a:avLst>
              <a:gd name="adj1" fmla="val 21667"/>
              <a:gd name="adj2" fmla="val 0"/>
            </a:avLst>
          </a:prstGeom>
          <a:gradFill flip="none" rotWithShape="1">
            <a:gsLst>
              <a:gs pos="100000">
                <a:srgbClr val="3BBDD5"/>
              </a:gs>
              <a:gs pos="0">
                <a:srgbClr val="2FA2E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
        <p:nvSpPr>
          <p:cNvPr id="7" name="Text Placeholder 61">
            <a:extLst>
              <a:ext uri="{FF2B5EF4-FFF2-40B4-BE49-F238E27FC236}">
                <a16:creationId xmlns:a16="http://schemas.microsoft.com/office/drawing/2014/main" id="{0D9671A7-91A6-B241-C20A-1EE50BBD5FF0}"/>
              </a:ext>
            </a:extLst>
          </p:cNvPr>
          <p:cNvSpPr>
            <a:spLocks noGrp="1"/>
          </p:cNvSpPr>
          <p:nvPr>
            <p:ph type="body" sz="quarter" idx="16"/>
          </p:nvPr>
        </p:nvSpPr>
        <p:spPr>
          <a:xfrm>
            <a:off x="3503613" y="1449386"/>
            <a:ext cx="2355850"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8" name="Text Placeholder 61">
            <a:extLst>
              <a:ext uri="{FF2B5EF4-FFF2-40B4-BE49-F238E27FC236}">
                <a16:creationId xmlns:a16="http://schemas.microsoft.com/office/drawing/2014/main" id="{CD49F59B-DCD8-C678-3B1F-F34AE6E32992}"/>
              </a:ext>
            </a:extLst>
          </p:cNvPr>
          <p:cNvSpPr>
            <a:spLocks noGrp="1"/>
          </p:cNvSpPr>
          <p:nvPr>
            <p:ph type="body" sz="quarter" idx="17"/>
          </p:nvPr>
        </p:nvSpPr>
        <p:spPr>
          <a:xfrm>
            <a:off x="3503613" y="1449388"/>
            <a:ext cx="2355850" cy="541866"/>
          </a:xfrm>
          <a:prstGeom prst="round2SameRect">
            <a:avLst>
              <a:gd name="adj1" fmla="val 21667"/>
              <a:gd name="adj2" fmla="val 0"/>
            </a:avLst>
          </a:prstGeom>
          <a:gradFill flip="none" rotWithShape="1">
            <a:gsLst>
              <a:gs pos="3000">
                <a:srgbClr val="2A82F8"/>
              </a:gs>
              <a:gs pos="100000">
                <a:srgbClr val="2C99F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
        <p:nvSpPr>
          <p:cNvPr id="9" name="Text Placeholder 61">
            <a:extLst>
              <a:ext uri="{FF2B5EF4-FFF2-40B4-BE49-F238E27FC236}">
                <a16:creationId xmlns:a16="http://schemas.microsoft.com/office/drawing/2014/main" id="{38308B14-2CB7-BFBB-5FCF-BD55A14E36E4}"/>
              </a:ext>
            </a:extLst>
          </p:cNvPr>
          <p:cNvSpPr>
            <a:spLocks noGrp="1"/>
          </p:cNvSpPr>
          <p:nvPr>
            <p:ph type="body" sz="quarter" idx="18"/>
          </p:nvPr>
        </p:nvSpPr>
        <p:spPr>
          <a:xfrm>
            <a:off x="9155643" y="1449386"/>
            <a:ext cx="2360612"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10" name="Text Placeholder 61">
            <a:extLst>
              <a:ext uri="{FF2B5EF4-FFF2-40B4-BE49-F238E27FC236}">
                <a16:creationId xmlns:a16="http://schemas.microsoft.com/office/drawing/2014/main" id="{5B3B5626-CA35-7762-29AA-306721EE8B7C}"/>
              </a:ext>
            </a:extLst>
          </p:cNvPr>
          <p:cNvSpPr>
            <a:spLocks noGrp="1"/>
          </p:cNvSpPr>
          <p:nvPr>
            <p:ph type="body" sz="quarter" idx="19"/>
          </p:nvPr>
        </p:nvSpPr>
        <p:spPr>
          <a:xfrm>
            <a:off x="9155643" y="1449388"/>
            <a:ext cx="2360612" cy="541866"/>
          </a:xfrm>
          <a:prstGeom prst="round2SameRect">
            <a:avLst>
              <a:gd name="adj1" fmla="val 21667"/>
              <a:gd name="adj2" fmla="val 0"/>
            </a:avLst>
          </a:prstGeom>
          <a:gradFill flip="none" rotWithShape="1">
            <a:gsLst>
              <a:gs pos="100000">
                <a:srgbClr val="49DEB6"/>
              </a:gs>
              <a:gs pos="0">
                <a:srgbClr val="3DC3C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Master text styles</a:t>
            </a:r>
          </a:p>
        </p:txBody>
      </p:sp>
    </p:spTree>
    <p:extLst>
      <p:ext uri="{BB962C8B-B14F-4D97-AF65-F5344CB8AC3E}">
        <p14:creationId xmlns:p14="http://schemas.microsoft.com/office/powerpoint/2010/main" val="587005264"/>
      </p:ext>
    </p:extLst>
  </p:cSld>
  <p:clrMapOvr>
    <a:masterClrMapping/>
  </p:clrMapOvr>
  <p:extLst>
    <p:ext uri="{DCECCB84-F9BA-43D5-87BE-67443E8EF086}">
      <p15:sldGuideLst xmlns:p15="http://schemas.microsoft.com/office/powerpoint/2012/main">
        <p15:guide id="1" pos="1912">
          <p15:clr>
            <a:srgbClr val="FBAE40"/>
          </p15:clr>
        </p15:guide>
        <p15:guide id="2" pos="2207">
          <p15:clr>
            <a:srgbClr val="FBAE40"/>
          </p15:clr>
        </p15:guide>
        <p15:guide id="3" pos="3691">
          <p15:clr>
            <a:srgbClr val="FBAE40"/>
          </p15:clr>
        </p15:guide>
        <p15:guide id="4" pos="3976">
          <p15:clr>
            <a:srgbClr val="FBAE40"/>
          </p15:clr>
        </p15:guide>
        <p15:guide id="5" pos="5473">
          <p15:clr>
            <a:srgbClr val="FBAE40"/>
          </p15:clr>
        </p15:guide>
        <p15:guide id="6" pos="577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lumns 4.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61">
            <a:extLst>
              <a:ext uri="{FF2B5EF4-FFF2-40B4-BE49-F238E27FC236}">
                <a16:creationId xmlns:a16="http://schemas.microsoft.com/office/drawing/2014/main" id="{BC489008-B5A2-21DE-1805-919E441BCBE5}"/>
              </a:ext>
            </a:extLst>
          </p:cNvPr>
          <p:cNvSpPr>
            <a:spLocks noGrp="1"/>
          </p:cNvSpPr>
          <p:nvPr>
            <p:ph type="body" sz="quarter" idx="12"/>
          </p:nvPr>
        </p:nvSpPr>
        <p:spPr>
          <a:xfrm>
            <a:off x="730334" y="1449388"/>
            <a:ext cx="2304966"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6" name="Text Placeholder 61">
            <a:extLst>
              <a:ext uri="{FF2B5EF4-FFF2-40B4-BE49-F238E27FC236}">
                <a16:creationId xmlns:a16="http://schemas.microsoft.com/office/drawing/2014/main" id="{4C404A31-D90F-0BB7-75A2-1086AC16A6C6}"/>
              </a:ext>
            </a:extLst>
          </p:cNvPr>
          <p:cNvSpPr>
            <a:spLocks noGrp="1"/>
          </p:cNvSpPr>
          <p:nvPr>
            <p:ph type="body" sz="quarter" idx="20"/>
          </p:nvPr>
        </p:nvSpPr>
        <p:spPr>
          <a:xfrm>
            <a:off x="3540125" y="1449389"/>
            <a:ext cx="2304966"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8" name="Text Placeholder 61">
            <a:extLst>
              <a:ext uri="{FF2B5EF4-FFF2-40B4-BE49-F238E27FC236}">
                <a16:creationId xmlns:a16="http://schemas.microsoft.com/office/drawing/2014/main" id="{38E92747-56A5-8101-A0B2-F29EAB09EDAC}"/>
              </a:ext>
            </a:extLst>
          </p:cNvPr>
          <p:cNvSpPr>
            <a:spLocks noGrp="1"/>
          </p:cNvSpPr>
          <p:nvPr>
            <p:ph type="body" sz="quarter" idx="21"/>
          </p:nvPr>
        </p:nvSpPr>
        <p:spPr>
          <a:xfrm>
            <a:off x="6365917" y="1449389"/>
            <a:ext cx="2304966"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0" name="Text Placeholder 61">
            <a:extLst>
              <a:ext uri="{FF2B5EF4-FFF2-40B4-BE49-F238E27FC236}">
                <a16:creationId xmlns:a16="http://schemas.microsoft.com/office/drawing/2014/main" id="{A1E7F404-2451-A776-2AD0-492F0A9430E3}"/>
              </a:ext>
            </a:extLst>
          </p:cNvPr>
          <p:cNvSpPr>
            <a:spLocks noGrp="1"/>
          </p:cNvSpPr>
          <p:nvPr>
            <p:ph type="body" sz="quarter" idx="22"/>
          </p:nvPr>
        </p:nvSpPr>
        <p:spPr>
          <a:xfrm>
            <a:off x="9191709" y="1449389"/>
            <a:ext cx="2304966"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2" name="Oval 11">
            <a:extLst>
              <a:ext uri="{FF2B5EF4-FFF2-40B4-BE49-F238E27FC236}">
                <a16:creationId xmlns:a16="http://schemas.microsoft.com/office/drawing/2014/main" id="{113643B9-FA08-3B50-0F03-071583A4560E}"/>
              </a:ext>
            </a:extLst>
          </p:cNvPr>
          <p:cNvSpPr/>
          <p:nvPr userDrawn="1"/>
        </p:nvSpPr>
        <p:spPr>
          <a:xfrm>
            <a:off x="937517" y="1679658"/>
            <a:ext cx="531327" cy="531327"/>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3" name="Oval 12">
            <a:extLst>
              <a:ext uri="{FF2B5EF4-FFF2-40B4-BE49-F238E27FC236}">
                <a16:creationId xmlns:a16="http://schemas.microsoft.com/office/drawing/2014/main" id="{482FD03A-9870-3382-94E9-A6A48A9A30C0}"/>
              </a:ext>
            </a:extLst>
          </p:cNvPr>
          <p:cNvSpPr/>
          <p:nvPr userDrawn="1"/>
        </p:nvSpPr>
        <p:spPr>
          <a:xfrm>
            <a:off x="3747308" y="1679659"/>
            <a:ext cx="531327" cy="531327"/>
          </a:xfrm>
          <a:prstGeom prst="ellipse">
            <a:avLst/>
          </a:prstGeom>
          <a:solidFill>
            <a:srgbClr val="2C98F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4" name="Oval 13">
            <a:extLst>
              <a:ext uri="{FF2B5EF4-FFF2-40B4-BE49-F238E27FC236}">
                <a16:creationId xmlns:a16="http://schemas.microsoft.com/office/drawing/2014/main" id="{FC13097B-4355-0051-7B4C-63134297C440}"/>
              </a:ext>
            </a:extLst>
          </p:cNvPr>
          <p:cNvSpPr/>
          <p:nvPr userDrawn="1"/>
        </p:nvSpPr>
        <p:spPr>
          <a:xfrm>
            <a:off x="6573100" y="1679659"/>
            <a:ext cx="531327" cy="531327"/>
          </a:xfrm>
          <a:prstGeom prst="ellipse">
            <a:avLst/>
          </a:prstGeom>
          <a:solidFill>
            <a:srgbClr val="3DC7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5" name="Oval 14">
            <a:extLst>
              <a:ext uri="{FF2B5EF4-FFF2-40B4-BE49-F238E27FC236}">
                <a16:creationId xmlns:a16="http://schemas.microsoft.com/office/drawing/2014/main" id="{B657555A-C352-39E3-9910-1944B999D089}"/>
              </a:ext>
            </a:extLst>
          </p:cNvPr>
          <p:cNvSpPr/>
          <p:nvPr userDrawn="1"/>
        </p:nvSpPr>
        <p:spPr>
          <a:xfrm>
            <a:off x="9398892" y="1679659"/>
            <a:ext cx="531327" cy="53132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Tree>
    <p:extLst>
      <p:ext uri="{BB962C8B-B14F-4D97-AF65-F5344CB8AC3E}">
        <p14:creationId xmlns:p14="http://schemas.microsoft.com/office/powerpoint/2010/main" val="2574901596"/>
      </p:ext>
    </p:extLst>
  </p:cSld>
  <p:clrMapOvr>
    <a:masterClrMapping/>
  </p:clrMapOvr>
  <p:extLst>
    <p:ext uri="{DCECCB84-F9BA-43D5-87BE-67443E8EF086}">
      <p15:sldGuideLst xmlns:p15="http://schemas.microsoft.com/office/powerpoint/2012/main">
        <p15:guide id="1" pos="1912">
          <p15:clr>
            <a:srgbClr val="FBAE40"/>
          </p15:clr>
        </p15:guide>
        <p15:guide id="2" pos="2220">
          <p15:clr>
            <a:srgbClr val="FBAE40"/>
          </p15:clr>
        </p15:guide>
        <p15:guide id="3" pos="3691">
          <p15:clr>
            <a:srgbClr val="FBAE40"/>
          </p15:clr>
        </p15:guide>
        <p15:guide id="4" pos="3976">
          <p15:clr>
            <a:srgbClr val="FBAE40"/>
          </p15:clr>
        </p15:guide>
        <p15:guide id="5" pos="5473">
          <p15:clr>
            <a:srgbClr val="FBAE40"/>
          </p15:clr>
        </p15:guide>
        <p15:guide id="6" pos="577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lumns 4.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5" name="Text Placeholder 61">
            <a:extLst>
              <a:ext uri="{FF2B5EF4-FFF2-40B4-BE49-F238E27FC236}">
                <a16:creationId xmlns:a16="http://schemas.microsoft.com/office/drawing/2014/main" id="{95266343-C87D-271A-6C31-B830F571ECEE}"/>
              </a:ext>
            </a:extLst>
          </p:cNvPr>
          <p:cNvSpPr>
            <a:spLocks noGrp="1"/>
          </p:cNvSpPr>
          <p:nvPr>
            <p:ph type="body" sz="quarter" idx="12"/>
          </p:nvPr>
        </p:nvSpPr>
        <p:spPr>
          <a:xfrm>
            <a:off x="730334" y="2205038"/>
            <a:ext cx="2304966"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2" name="Oval 11">
            <a:extLst>
              <a:ext uri="{FF2B5EF4-FFF2-40B4-BE49-F238E27FC236}">
                <a16:creationId xmlns:a16="http://schemas.microsoft.com/office/drawing/2014/main" id="{CA55DC50-0396-DED8-4770-A4A4C0879A6C}"/>
              </a:ext>
            </a:extLst>
          </p:cNvPr>
          <p:cNvSpPr/>
          <p:nvPr userDrawn="1"/>
        </p:nvSpPr>
        <p:spPr>
          <a:xfrm>
            <a:off x="695325"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3" name="Text Placeholder 61">
            <a:extLst>
              <a:ext uri="{FF2B5EF4-FFF2-40B4-BE49-F238E27FC236}">
                <a16:creationId xmlns:a16="http://schemas.microsoft.com/office/drawing/2014/main" id="{AAD30DE3-98C9-22BA-78F4-4167B86DAF6A}"/>
              </a:ext>
            </a:extLst>
          </p:cNvPr>
          <p:cNvSpPr>
            <a:spLocks noGrp="1"/>
          </p:cNvSpPr>
          <p:nvPr>
            <p:ph type="body" sz="quarter" idx="13"/>
          </p:nvPr>
        </p:nvSpPr>
        <p:spPr>
          <a:xfrm>
            <a:off x="3562743" y="2205038"/>
            <a:ext cx="2304966"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4" name="Oval 13">
            <a:extLst>
              <a:ext uri="{FF2B5EF4-FFF2-40B4-BE49-F238E27FC236}">
                <a16:creationId xmlns:a16="http://schemas.microsoft.com/office/drawing/2014/main" id="{23E48AC9-4CC2-6444-9358-11EF6B94A372}"/>
              </a:ext>
            </a:extLst>
          </p:cNvPr>
          <p:cNvSpPr/>
          <p:nvPr userDrawn="1"/>
        </p:nvSpPr>
        <p:spPr>
          <a:xfrm>
            <a:off x="3527734"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5" name="Text Placeholder 61">
            <a:extLst>
              <a:ext uri="{FF2B5EF4-FFF2-40B4-BE49-F238E27FC236}">
                <a16:creationId xmlns:a16="http://schemas.microsoft.com/office/drawing/2014/main" id="{F0416612-F981-7A30-D04A-7BBB09BB72B5}"/>
              </a:ext>
            </a:extLst>
          </p:cNvPr>
          <p:cNvSpPr>
            <a:spLocks noGrp="1"/>
          </p:cNvSpPr>
          <p:nvPr>
            <p:ph type="body" sz="quarter" idx="14"/>
          </p:nvPr>
        </p:nvSpPr>
        <p:spPr>
          <a:xfrm>
            <a:off x="6346909" y="2205038"/>
            <a:ext cx="2304966"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6" name="Oval 15">
            <a:extLst>
              <a:ext uri="{FF2B5EF4-FFF2-40B4-BE49-F238E27FC236}">
                <a16:creationId xmlns:a16="http://schemas.microsoft.com/office/drawing/2014/main" id="{59BE9C72-2EBF-0F45-7327-7CDBED7232F2}"/>
              </a:ext>
            </a:extLst>
          </p:cNvPr>
          <p:cNvSpPr/>
          <p:nvPr userDrawn="1"/>
        </p:nvSpPr>
        <p:spPr>
          <a:xfrm>
            <a:off x="6311900"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7" name="Text Placeholder 61">
            <a:extLst>
              <a:ext uri="{FF2B5EF4-FFF2-40B4-BE49-F238E27FC236}">
                <a16:creationId xmlns:a16="http://schemas.microsoft.com/office/drawing/2014/main" id="{0A738A1C-4D48-84D3-1F64-26B3729BAF08}"/>
              </a:ext>
            </a:extLst>
          </p:cNvPr>
          <p:cNvSpPr>
            <a:spLocks noGrp="1"/>
          </p:cNvSpPr>
          <p:nvPr>
            <p:ph type="body" sz="quarter" idx="15"/>
          </p:nvPr>
        </p:nvSpPr>
        <p:spPr>
          <a:xfrm>
            <a:off x="9191709" y="2205038"/>
            <a:ext cx="2304966"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8" name="Oval 17">
            <a:extLst>
              <a:ext uri="{FF2B5EF4-FFF2-40B4-BE49-F238E27FC236}">
                <a16:creationId xmlns:a16="http://schemas.microsoft.com/office/drawing/2014/main" id="{D46458E5-B2D4-6BE7-F884-29F34921077A}"/>
              </a:ext>
            </a:extLst>
          </p:cNvPr>
          <p:cNvSpPr/>
          <p:nvPr userDrawn="1"/>
        </p:nvSpPr>
        <p:spPr>
          <a:xfrm>
            <a:off x="9156700" y="1450214"/>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grpSp>
        <p:nvGrpSpPr>
          <p:cNvPr id="19" name="Group 18">
            <a:extLst>
              <a:ext uri="{FF2B5EF4-FFF2-40B4-BE49-F238E27FC236}">
                <a16:creationId xmlns:a16="http://schemas.microsoft.com/office/drawing/2014/main" id="{D57B5A93-BB7E-E56A-87B2-891DAA11B03D}"/>
              </a:ext>
            </a:extLst>
          </p:cNvPr>
          <p:cNvGrpSpPr/>
          <p:nvPr userDrawn="1"/>
        </p:nvGrpSpPr>
        <p:grpSpPr>
          <a:xfrm>
            <a:off x="8895974" y="2483053"/>
            <a:ext cx="153325" cy="4374947"/>
            <a:chOff x="7955616" y="892105"/>
            <a:chExt cx="153325" cy="4374947"/>
          </a:xfrm>
        </p:grpSpPr>
        <p:cxnSp>
          <p:nvCxnSpPr>
            <p:cNvPr id="20" name="Straight Connector 19">
              <a:extLst>
                <a:ext uri="{FF2B5EF4-FFF2-40B4-BE49-F238E27FC236}">
                  <a16:creationId xmlns:a16="http://schemas.microsoft.com/office/drawing/2014/main" id="{508EC6AE-A161-7E7B-6109-F33E7429579E}"/>
                </a:ext>
              </a:extLst>
            </p:cNvPr>
            <p:cNvCxnSpPr>
              <a:cxnSpLocks/>
            </p:cNvCxnSpPr>
            <p:nvPr userDrawn="1"/>
          </p:nvCxnSpPr>
          <p:spPr>
            <a:xfrm>
              <a:off x="7955616" y="892105"/>
              <a:ext cx="0" cy="4374947"/>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A72F27D-4387-1CF4-A30F-80F934A1F333}"/>
                </a:ext>
              </a:extLst>
            </p:cNvPr>
            <p:cNvCxnSpPr>
              <a:cxnSpLocks/>
            </p:cNvCxnSpPr>
            <p:nvPr userDrawn="1"/>
          </p:nvCxnSpPr>
          <p:spPr>
            <a:xfrm>
              <a:off x="8108941" y="2802633"/>
              <a:ext cx="0" cy="2464419"/>
            </a:xfrm>
            <a:prstGeom prst="line">
              <a:avLst/>
            </a:prstGeom>
            <a:ln w="88900" cap="rnd">
              <a:gradFill flip="none" rotWithShape="1">
                <a:gsLst>
                  <a:gs pos="0">
                    <a:srgbClr val="2A8EF8"/>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1C802A64-E568-DAE7-BA3D-3FEA0432451F}"/>
              </a:ext>
            </a:extLst>
          </p:cNvPr>
          <p:cNvCxnSpPr>
            <a:cxnSpLocks/>
          </p:cNvCxnSpPr>
          <p:nvPr userDrawn="1"/>
        </p:nvCxnSpPr>
        <p:spPr>
          <a:xfrm>
            <a:off x="3275759" y="3429000"/>
            <a:ext cx="0" cy="3429000"/>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A7A16CC-D901-98EE-5FC8-D5EA615BAE8D}"/>
              </a:ext>
            </a:extLst>
          </p:cNvPr>
          <p:cNvCxnSpPr>
            <a:cxnSpLocks/>
          </p:cNvCxnSpPr>
          <p:nvPr userDrawn="1"/>
        </p:nvCxnSpPr>
        <p:spPr>
          <a:xfrm>
            <a:off x="6085866" y="1449388"/>
            <a:ext cx="0" cy="5408612"/>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23378"/>
      </p:ext>
    </p:extLst>
  </p:cSld>
  <p:clrMapOvr>
    <a:masterClrMapping/>
  </p:clrMapOvr>
  <p:extLst>
    <p:ext uri="{DCECCB84-F9BA-43D5-87BE-67443E8EF086}">
      <p15:sldGuideLst xmlns:p15="http://schemas.microsoft.com/office/powerpoint/2012/main">
        <p15:guide id="1" pos="1912">
          <p15:clr>
            <a:srgbClr val="FBAE40"/>
          </p15:clr>
        </p15:guide>
        <p15:guide id="2" pos="2220">
          <p15:clr>
            <a:srgbClr val="FBAE40"/>
          </p15:clr>
        </p15:guide>
        <p15:guide id="3" pos="3691">
          <p15:clr>
            <a:srgbClr val="FBAE40"/>
          </p15:clr>
        </p15:guide>
        <p15:guide id="4" pos="3976">
          <p15:clr>
            <a:srgbClr val="FBAE40"/>
          </p15:clr>
        </p15:guide>
        <p15:guide id="5" pos="5473">
          <p15:clr>
            <a:srgbClr val="FBAE40"/>
          </p15:clr>
        </p15:guide>
        <p15:guide id="6" pos="5771">
          <p15:clr>
            <a:srgbClr val="FBAE40"/>
          </p15:clr>
        </p15:guide>
        <p15:guide id="7" orient="horz" pos="138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lumns 5.1">
    <p:spTree>
      <p:nvGrpSpPr>
        <p:cNvPr id="1" name=""/>
        <p:cNvGrpSpPr/>
        <p:nvPr/>
      </p:nvGrpSpPr>
      <p:grpSpPr>
        <a:xfrm>
          <a:off x="0" y="0"/>
          <a:ext cx="0" cy="0"/>
          <a:chOff x="0" y="0"/>
          <a:chExt cx="0" cy="0"/>
        </a:xfrm>
      </p:grpSpPr>
      <p:sp>
        <p:nvSpPr>
          <p:cNvPr id="62" name="Text Placeholder 61">
            <a:extLst>
              <a:ext uri="{FF2B5EF4-FFF2-40B4-BE49-F238E27FC236}">
                <a16:creationId xmlns:a16="http://schemas.microsoft.com/office/drawing/2014/main" id="{96C3D924-BD37-2E03-BCC3-8D3A4BBDE717}"/>
              </a:ext>
            </a:extLst>
          </p:cNvPr>
          <p:cNvSpPr>
            <a:spLocks noGrp="1"/>
          </p:cNvSpPr>
          <p:nvPr>
            <p:ph type="body" sz="quarter" idx="10"/>
          </p:nvPr>
        </p:nvSpPr>
        <p:spPr>
          <a:xfrm>
            <a:off x="684203" y="1449389"/>
            <a:ext cx="1947863" cy="4140200"/>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200" b="0" i="0" kern="1200" dirty="0" smtClean="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lvl="1"/>
            <a:r>
              <a:rPr lang="en-GB"/>
              <a:t>Second level</a:t>
            </a:r>
          </a:p>
        </p:txBody>
      </p:sp>
      <p:sp>
        <p:nvSpPr>
          <p:cNvPr id="64" name="Right Triangle 63">
            <a:extLst>
              <a:ext uri="{FF2B5EF4-FFF2-40B4-BE49-F238E27FC236}">
                <a16:creationId xmlns:a16="http://schemas.microsoft.com/office/drawing/2014/main" id="{59D17624-219F-0348-713D-D6FA17EE20CC}"/>
              </a:ext>
            </a:extLst>
          </p:cNvPr>
          <p:cNvSpPr/>
          <p:nvPr userDrawn="1"/>
        </p:nvSpPr>
        <p:spPr>
          <a:xfrm rot="10800000">
            <a:off x="548741" y="2677876"/>
            <a:ext cx="148919" cy="256768"/>
          </a:xfrm>
          <a:prstGeom prst="rtTriangle">
            <a:avLst/>
          </a:prstGeom>
          <a:solidFill>
            <a:srgbClr val="1F4A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 Placeholder 65">
            <a:extLst>
              <a:ext uri="{FF2B5EF4-FFF2-40B4-BE49-F238E27FC236}">
                <a16:creationId xmlns:a16="http://schemas.microsoft.com/office/drawing/2014/main" id="{15AC3368-BF76-5843-747E-56DB8530DEEC}"/>
              </a:ext>
            </a:extLst>
          </p:cNvPr>
          <p:cNvSpPr>
            <a:spLocks noGrp="1"/>
          </p:cNvSpPr>
          <p:nvPr>
            <p:ph type="body" sz="quarter" idx="11" hasCustomPrompt="1"/>
          </p:nvPr>
        </p:nvSpPr>
        <p:spPr>
          <a:xfrm>
            <a:off x="545582" y="2265579"/>
            <a:ext cx="1080000" cy="412750"/>
          </a:xfrm>
          <a:prstGeom prst="homePlate">
            <a:avLst/>
          </a:prstGeom>
          <a:solidFill>
            <a:schemeClr val="tx2"/>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60" name="Text Placeholder 61">
            <a:extLst>
              <a:ext uri="{FF2B5EF4-FFF2-40B4-BE49-F238E27FC236}">
                <a16:creationId xmlns:a16="http://schemas.microsoft.com/office/drawing/2014/main" id="{B17CFF93-3A12-364B-00B9-B4CD9F0DD3BF}"/>
              </a:ext>
            </a:extLst>
          </p:cNvPr>
          <p:cNvSpPr>
            <a:spLocks noGrp="1"/>
          </p:cNvSpPr>
          <p:nvPr>
            <p:ph type="body" sz="quarter" idx="12"/>
          </p:nvPr>
        </p:nvSpPr>
        <p:spPr>
          <a:xfrm>
            <a:off x="2900461" y="1449389"/>
            <a:ext cx="1947863" cy="4140200"/>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2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61" name="Right Triangle 60">
            <a:extLst>
              <a:ext uri="{FF2B5EF4-FFF2-40B4-BE49-F238E27FC236}">
                <a16:creationId xmlns:a16="http://schemas.microsoft.com/office/drawing/2014/main" id="{E18134F4-4112-4C6C-FF72-DC6AFF5EB71F}"/>
              </a:ext>
            </a:extLst>
          </p:cNvPr>
          <p:cNvSpPr/>
          <p:nvPr userDrawn="1"/>
        </p:nvSpPr>
        <p:spPr>
          <a:xfrm rot="10800000">
            <a:off x="2764999" y="2677876"/>
            <a:ext cx="148919" cy="256768"/>
          </a:xfrm>
          <a:prstGeom prst="rtTriangle">
            <a:avLst/>
          </a:prstGeom>
          <a:solidFill>
            <a:srgbClr val="1A5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Text Placeholder 65">
            <a:extLst>
              <a:ext uri="{FF2B5EF4-FFF2-40B4-BE49-F238E27FC236}">
                <a16:creationId xmlns:a16="http://schemas.microsoft.com/office/drawing/2014/main" id="{AC53B018-40A0-3198-9632-65EE0486D89E}"/>
              </a:ext>
            </a:extLst>
          </p:cNvPr>
          <p:cNvSpPr>
            <a:spLocks noGrp="1"/>
          </p:cNvSpPr>
          <p:nvPr>
            <p:ph type="body" sz="quarter" idx="13" hasCustomPrompt="1"/>
          </p:nvPr>
        </p:nvSpPr>
        <p:spPr>
          <a:xfrm>
            <a:off x="2761840" y="2265579"/>
            <a:ext cx="1080000" cy="412750"/>
          </a:xfrm>
          <a:prstGeom prst="homePlate">
            <a:avLst/>
          </a:prstGeom>
          <a:solidFill>
            <a:srgbClr val="2C98F5"/>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00</a:t>
            </a:r>
          </a:p>
        </p:txBody>
      </p:sp>
      <p:sp>
        <p:nvSpPr>
          <p:cNvPr id="65" name="Text Placeholder 61">
            <a:extLst>
              <a:ext uri="{FF2B5EF4-FFF2-40B4-BE49-F238E27FC236}">
                <a16:creationId xmlns:a16="http://schemas.microsoft.com/office/drawing/2014/main" id="{FA1FC32B-4A42-0DC7-A9ED-C9D4CB729A2B}"/>
              </a:ext>
            </a:extLst>
          </p:cNvPr>
          <p:cNvSpPr>
            <a:spLocks noGrp="1"/>
          </p:cNvSpPr>
          <p:nvPr>
            <p:ph type="body" sz="quarter" idx="14"/>
          </p:nvPr>
        </p:nvSpPr>
        <p:spPr>
          <a:xfrm>
            <a:off x="5116719" y="1449389"/>
            <a:ext cx="1947863" cy="4140200"/>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2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67" name="Right Triangle 66">
            <a:extLst>
              <a:ext uri="{FF2B5EF4-FFF2-40B4-BE49-F238E27FC236}">
                <a16:creationId xmlns:a16="http://schemas.microsoft.com/office/drawing/2014/main" id="{863A2DC6-9B1E-0DAD-D221-192C27405D56}"/>
              </a:ext>
            </a:extLst>
          </p:cNvPr>
          <p:cNvSpPr/>
          <p:nvPr userDrawn="1"/>
        </p:nvSpPr>
        <p:spPr>
          <a:xfrm rot="10800000">
            <a:off x="4981257" y="2677876"/>
            <a:ext cx="148919" cy="256768"/>
          </a:xfrm>
          <a:prstGeom prst="rtTriangle">
            <a:avLst/>
          </a:prstGeom>
          <a:solidFill>
            <a:srgbClr val="2781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 Placeholder 65">
            <a:extLst>
              <a:ext uri="{FF2B5EF4-FFF2-40B4-BE49-F238E27FC236}">
                <a16:creationId xmlns:a16="http://schemas.microsoft.com/office/drawing/2014/main" id="{715748BC-3958-5E68-371E-B790B73C67EE}"/>
              </a:ext>
            </a:extLst>
          </p:cNvPr>
          <p:cNvSpPr>
            <a:spLocks noGrp="1"/>
          </p:cNvSpPr>
          <p:nvPr>
            <p:ph type="body" sz="quarter" idx="15" hasCustomPrompt="1"/>
          </p:nvPr>
        </p:nvSpPr>
        <p:spPr>
          <a:xfrm>
            <a:off x="4978098" y="2265579"/>
            <a:ext cx="1080000" cy="412750"/>
          </a:xfrm>
          <a:prstGeom prst="homePlate">
            <a:avLst/>
          </a:prstGeom>
          <a:solidFill>
            <a:srgbClr val="34ABE4"/>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69" name="Text Placeholder 61">
            <a:extLst>
              <a:ext uri="{FF2B5EF4-FFF2-40B4-BE49-F238E27FC236}">
                <a16:creationId xmlns:a16="http://schemas.microsoft.com/office/drawing/2014/main" id="{91E04EEE-2ADA-4465-1BEB-72FC32B73CDE}"/>
              </a:ext>
            </a:extLst>
          </p:cNvPr>
          <p:cNvSpPr>
            <a:spLocks noGrp="1"/>
          </p:cNvSpPr>
          <p:nvPr>
            <p:ph type="body" sz="quarter" idx="16"/>
          </p:nvPr>
        </p:nvSpPr>
        <p:spPr>
          <a:xfrm>
            <a:off x="7332976" y="1449389"/>
            <a:ext cx="1947863" cy="4140200"/>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2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70" name="Right Triangle 69">
            <a:extLst>
              <a:ext uri="{FF2B5EF4-FFF2-40B4-BE49-F238E27FC236}">
                <a16:creationId xmlns:a16="http://schemas.microsoft.com/office/drawing/2014/main" id="{959D4E69-07E5-B0C3-3402-B52915D30A0D}"/>
              </a:ext>
            </a:extLst>
          </p:cNvPr>
          <p:cNvSpPr/>
          <p:nvPr userDrawn="1"/>
        </p:nvSpPr>
        <p:spPr>
          <a:xfrm rot="10800000">
            <a:off x="7197514" y="2677876"/>
            <a:ext cx="148919" cy="256768"/>
          </a:xfrm>
          <a:prstGeom prst="rtTriangle">
            <a:avLst/>
          </a:prstGeom>
          <a:solidFill>
            <a:srgbClr val="32A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Text Placeholder 65">
            <a:extLst>
              <a:ext uri="{FF2B5EF4-FFF2-40B4-BE49-F238E27FC236}">
                <a16:creationId xmlns:a16="http://schemas.microsoft.com/office/drawing/2014/main" id="{EA94E67E-53B3-9BED-3932-55BAFF551864}"/>
              </a:ext>
            </a:extLst>
          </p:cNvPr>
          <p:cNvSpPr>
            <a:spLocks noGrp="1"/>
          </p:cNvSpPr>
          <p:nvPr>
            <p:ph type="body" sz="quarter" idx="17" hasCustomPrompt="1"/>
          </p:nvPr>
        </p:nvSpPr>
        <p:spPr>
          <a:xfrm>
            <a:off x="7194355" y="2265579"/>
            <a:ext cx="1080000" cy="412750"/>
          </a:xfrm>
          <a:prstGeom prst="homePlate">
            <a:avLst/>
          </a:prstGeom>
          <a:solidFill>
            <a:srgbClr val="3EC7CC"/>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72" name="Text Placeholder 61">
            <a:extLst>
              <a:ext uri="{FF2B5EF4-FFF2-40B4-BE49-F238E27FC236}">
                <a16:creationId xmlns:a16="http://schemas.microsoft.com/office/drawing/2014/main" id="{0FDDE25E-F738-EF22-E22D-4309FC2B056B}"/>
              </a:ext>
            </a:extLst>
          </p:cNvPr>
          <p:cNvSpPr>
            <a:spLocks noGrp="1"/>
          </p:cNvSpPr>
          <p:nvPr>
            <p:ph type="body" sz="quarter" idx="18"/>
          </p:nvPr>
        </p:nvSpPr>
        <p:spPr>
          <a:xfrm>
            <a:off x="9549234" y="1449389"/>
            <a:ext cx="1947863" cy="4140200"/>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144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2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73" name="Right Triangle 72">
            <a:extLst>
              <a:ext uri="{FF2B5EF4-FFF2-40B4-BE49-F238E27FC236}">
                <a16:creationId xmlns:a16="http://schemas.microsoft.com/office/drawing/2014/main" id="{4FCE7D46-C21F-E491-ACA1-6176F2F13BE8}"/>
              </a:ext>
            </a:extLst>
          </p:cNvPr>
          <p:cNvSpPr/>
          <p:nvPr userDrawn="1"/>
        </p:nvSpPr>
        <p:spPr>
          <a:xfrm rot="10800000">
            <a:off x="9413772" y="2677876"/>
            <a:ext cx="148919" cy="256768"/>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 Placeholder 65">
            <a:extLst>
              <a:ext uri="{FF2B5EF4-FFF2-40B4-BE49-F238E27FC236}">
                <a16:creationId xmlns:a16="http://schemas.microsoft.com/office/drawing/2014/main" id="{2EF25069-05F9-1912-FD70-F039A32D94D4}"/>
              </a:ext>
            </a:extLst>
          </p:cNvPr>
          <p:cNvSpPr>
            <a:spLocks noGrp="1"/>
          </p:cNvSpPr>
          <p:nvPr>
            <p:ph type="body" sz="quarter" idx="19" hasCustomPrompt="1"/>
          </p:nvPr>
        </p:nvSpPr>
        <p:spPr>
          <a:xfrm>
            <a:off x="9410613" y="2265579"/>
            <a:ext cx="1080000" cy="412750"/>
          </a:xfrm>
          <a:prstGeom prst="homePlate">
            <a:avLst/>
          </a:prstGeom>
          <a:solidFill>
            <a:schemeClr val="accent1"/>
          </a:solidFill>
        </p:spPr>
        <p:txBody>
          <a:bodyPr lIns="251999">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GB" sz="2800" b="1" kern="1200" dirty="0">
                <a:solidFill>
                  <a:schemeClr val="bg1"/>
                </a:solidFill>
                <a:latin typeface="Cabinet Grotesk" pitchFamily="2" charset="77"/>
                <a:ea typeface="+mn-ea"/>
                <a:cs typeface="+mn-cs"/>
              </a:defRPr>
            </a:lvl1pPr>
          </a:lstStyle>
          <a:p>
            <a:pPr lvl="0"/>
            <a:r>
              <a:rPr lang="en-GB"/>
              <a:t>00</a:t>
            </a:r>
          </a:p>
        </p:txBody>
      </p:sp>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017238843"/>
      </p:ext>
    </p:extLst>
  </p:cSld>
  <p:clrMapOvr>
    <a:masterClrMapping/>
  </p:clrMapOvr>
  <p:extLst>
    <p:ext uri="{DCECCB84-F9BA-43D5-87BE-67443E8EF086}">
      <p15:sldGuideLst xmlns:p15="http://schemas.microsoft.com/office/powerpoint/2012/main">
        <p15:guide id="1" pos="1663">
          <p15:clr>
            <a:srgbClr val="FBAE40"/>
          </p15:clr>
        </p15:guide>
        <p15:guide id="2" pos="1824">
          <p15:clr>
            <a:srgbClr val="FBAE40"/>
          </p15:clr>
        </p15:guide>
        <p15:guide id="3" pos="3061">
          <p15:clr>
            <a:srgbClr val="FBAE40"/>
          </p15:clr>
        </p15:guide>
        <p15:guide id="4" pos="3221">
          <p15:clr>
            <a:srgbClr val="FBAE40"/>
          </p15:clr>
        </p15:guide>
        <p15:guide id="5" pos="4459">
          <p15:clr>
            <a:srgbClr val="FBAE40"/>
          </p15:clr>
        </p15:guide>
        <p15:guide id="6" pos="4619">
          <p15:clr>
            <a:srgbClr val="FBAE40"/>
          </p15:clr>
        </p15:guide>
        <p15:guide id="7" pos="5856">
          <p15:clr>
            <a:srgbClr val="FBAE40"/>
          </p15:clr>
        </p15:guide>
        <p15:guide id="8" pos="600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lumns 5.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61">
            <a:extLst>
              <a:ext uri="{FF2B5EF4-FFF2-40B4-BE49-F238E27FC236}">
                <a16:creationId xmlns:a16="http://schemas.microsoft.com/office/drawing/2014/main" id="{17720784-7C94-CE04-C6F2-1BD9395578ED}"/>
              </a:ext>
            </a:extLst>
          </p:cNvPr>
          <p:cNvSpPr>
            <a:spLocks noGrp="1"/>
          </p:cNvSpPr>
          <p:nvPr>
            <p:ph type="body" sz="quarter" idx="12"/>
          </p:nvPr>
        </p:nvSpPr>
        <p:spPr>
          <a:xfrm>
            <a:off x="695326" y="1449386"/>
            <a:ext cx="1944688"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3" name="Text Placeholder 61">
            <a:extLst>
              <a:ext uri="{FF2B5EF4-FFF2-40B4-BE49-F238E27FC236}">
                <a16:creationId xmlns:a16="http://schemas.microsoft.com/office/drawing/2014/main" id="{4CC5FA9B-799D-066B-B16D-57DAD5C81E0F}"/>
              </a:ext>
            </a:extLst>
          </p:cNvPr>
          <p:cNvSpPr>
            <a:spLocks noGrp="1"/>
          </p:cNvSpPr>
          <p:nvPr>
            <p:ph type="body" sz="quarter" idx="13" hasCustomPrompt="1"/>
          </p:nvPr>
        </p:nvSpPr>
        <p:spPr>
          <a:xfrm>
            <a:off x="695326" y="1449388"/>
            <a:ext cx="1944688" cy="541866"/>
          </a:xfrm>
          <a:prstGeom prst="round2SameRect">
            <a:avLst>
              <a:gd name="adj1" fmla="val 21667"/>
              <a:gd name="adj2" fmla="val 0"/>
            </a:avLst>
          </a:prstGeom>
          <a:gradFill flip="none" rotWithShape="1">
            <a:gsLst>
              <a:gs pos="98000">
                <a:srgbClr val="2A78F7"/>
              </a:gs>
              <a:gs pos="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styles</a:t>
            </a:r>
          </a:p>
        </p:txBody>
      </p:sp>
      <p:sp>
        <p:nvSpPr>
          <p:cNvPr id="5" name="Text Placeholder 61">
            <a:extLst>
              <a:ext uri="{FF2B5EF4-FFF2-40B4-BE49-F238E27FC236}">
                <a16:creationId xmlns:a16="http://schemas.microsoft.com/office/drawing/2014/main" id="{3A93CC9C-9E57-D9DE-55B2-1468937CB384}"/>
              </a:ext>
            </a:extLst>
          </p:cNvPr>
          <p:cNvSpPr>
            <a:spLocks noGrp="1"/>
          </p:cNvSpPr>
          <p:nvPr>
            <p:ph type="body" sz="quarter" idx="14"/>
          </p:nvPr>
        </p:nvSpPr>
        <p:spPr>
          <a:xfrm>
            <a:off x="5133975" y="1449386"/>
            <a:ext cx="1944688"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6" name="Text Placeholder 61">
            <a:extLst>
              <a:ext uri="{FF2B5EF4-FFF2-40B4-BE49-F238E27FC236}">
                <a16:creationId xmlns:a16="http://schemas.microsoft.com/office/drawing/2014/main" id="{393BE8A6-2C2F-8377-E82B-32966C7A7A84}"/>
              </a:ext>
            </a:extLst>
          </p:cNvPr>
          <p:cNvSpPr>
            <a:spLocks noGrp="1"/>
          </p:cNvSpPr>
          <p:nvPr>
            <p:ph type="body" sz="quarter" idx="15" hasCustomPrompt="1"/>
          </p:nvPr>
        </p:nvSpPr>
        <p:spPr>
          <a:xfrm>
            <a:off x="5133975" y="1449388"/>
            <a:ext cx="1944688" cy="541866"/>
          </a:xfrm>
          <a:prstGeom prst="round2SameRect">
            <a:avLst>
              <a:gd name="adj1" fmla="val 21667"/>
              <a:gd name="adj2" fmla="val 0"/>
            </a:avLst>
          </a:prstGeom>
          <a:gradFill flip="none" rotWithShape="1">
            <a:gsLst>
              <a:gs pos="99000">
                <a:srgbClr val="33A8E7"/>
              </a:gs>
              <a:gs pos="0">
                <a:srgbClr val="2A92F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styles</a:t>
            </a:r>
          </a:p>
        </p:txBody>
      </p:sp>
      <p:sp>
        <p:nvSpPr>
          <p:cNvPr id="7" name="Text Placeholder 61">
            <a:extLst>
              <a:ext uri="{FF2B5EF4-FFF2-40B4-BE49-F238E27FC236}">
                <a16:creationId xmlns:a16="http://schemas.microsoft.com/office/drawing/2014/main" id="{E645EFE9-F9B2-9C43-4BFC-0891FAE5E2E1}"/>
              </a:ext>
            </a:extLst>
          </p:cNvPr>
          <p:cNvSpPr>
            <a:spLocks noGrp="1"/>
          </p:cNvSpPr>
          <p:nvPr>
            <p:ph type="body" sz="quarter" idx="16"/>
          </p:nvPr>
        </p:nvSpPr>
        <p:spPr>
          <a:xfrm>
            <a:off x="2895600" y="1449386"/>
            <a:ext cx="1944688"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8" name="Text Placeholder 61">
            <a:extLst>
              <a:ext uri="{FF2B5EF4-FFF2-40B4-BE49-F238E27FC236}">
                <a16:creationId xmlns:a16="http://schemas.microsoft.com/office/drawing/2014/main" id="{EA5882D5-B1B9-B478-28F5-76EDA754B2FF}"/>
              </a:ext>
            </a:extLst>
          </p:cNvPr>
          <p:cNvSpPr>
            <a:spLocks noGrp="1"/>
          </p:cNvSpPr>
          <p:nvPr>
            <p:ph type="body" sz="quarter" idx="17" hasCustomPrompt="1"/>
          </p:nvPr>
        </p:nvSpPr>
        <p:spPr>
          <a:xfrm>
            <a:off x="2895600" y="1449388"/>
            <a:ext cx="1944688" cy="541866"/>
          </a:xfrm>
          <a:prstGeom prst="round2SameRect">
            <a:avLst>
              <a:gd name="adj1" fmla="val 21667"/>
              <a:gd name="adj2" fmla="val 0"/>
            </a:avLst>
          </a:prstGeom>
          <a:gradFill flip="none" rotWithShape="1">
            <a:gsLst>
              <a:gs pos="0">
                <a:srgbClr val="2A7CF7"/>
              </a:gs>
              <a:gs pos="100000">
                <a:srgbClr val="2A8FF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styles</a:t>
            </a:r>
          </a:p>
        </p:txBody>
      </p:sp>
      <p:sp>
        <p:nvSpPr>
          <p:cNvPr id="9" name="Text Placeholder 61">
            <a:extLst>
              <a:ext uri="{FF2B5EF4-FFF2-40B4-BE49-F238E27FC236}">
                <a16:creationId xmlns:a16="http://schemas.microsoft.com/office/drawing/2014/main" id="{00F3E505-78DE-552D-8DA8-386F4FFA8B45}"/>
              </a:ext>
            </a:extLst>
          </p:cNvPr>
          <p:cNvSpPr>
            <a:spLocks noGrp="1"/>
          </p:cNvSpPr>
          <p:nvPr>
            <p:ph type="body" sz="quarter" idx="18"/>
          </p:nvPr>
        </p:nvSpPr>
        <p:spPr>
          <a:xfrm>
            <a:off x="7351712" y="1449386"/>
            <a:ext cx="1944688"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10" name="Text Placeholder 61">
            <a:extLst>
              <a:ext uri="{FF2B5EF4-FFF2-40B4-BE49-F238E27FC236}">
                <a16:creationId xmlns:a16="http://schemas.microsoft.com/office/drawing/2014/main" id="{59DF3AFA-0022-773B-DBCC-9255CE5D964C}"/>
              </a:ext>
            </a:extLst>
          </p:cNvPr>
          <p:cNvSpPr>
            <a:spLocks noGrp="1"/>
          </p:cNvSpPr>
          <p:nvPr>
            <p:ph type="body" sz="quarter" idx="19" hasCustomPrompt="1"/>
          </p:nvPr>
        </p:nvSpPr>
        <p:spPr>
          <a:xfrm>
            <a:off x="7351712" y="1449388"/>
            <a:ext cx="1944688" cy="541866"/>
          </a:xfrm>
          <a:prstGeom prst="round2SameRect">
            <a:avLst>
              <a:gd name="adj1" fmla="val 21667"/>
              <a:gd name="adj2" fmla="val 0"/>
            </a:avLst>
          </a:prstGeom>
          <a:gradFill flip="none" rotWithShape="1">
            <a:gsLst>
              <a:gs pos="100000">
                <a:srgbClr val="3DC4CE"/>
              </a:gs>
              <a:gs pos="1000">
                <a:srgbClr val="34ACE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styles</a:t>
            </a:r>
          </a:p>
        </p:txBody>
      </p:sp>
      <p:sp>
        <p:nvSpPr>
          <p:cNvPr id="12" name="Text Placeholder 61">
            <a:extLst>
              <a:ext uri="{FF2B5EF4-FFF2-40B4-BE49-F238E27FC236}">
                <a16:creationId xmlns:a16="http://schemas.microsoft.com/office/drawing/2014/main" id="{2A0954F6-3810-3C37-79EE-40D9C1013BC7}"/>
              </a:ext>
            </a:extLst>
          </p:cNvPr>
          <p:cNvSpPr>
            <a:spLocks noGrp="1"/>
          </p:cNvSpPr>
          <p:nvPr>
            <p:ph type="body" sz="quarter" idx="20"/>
          </p:nvPr>
        </p:nvSpPr>
        <p:spPr>
          <a:xfrm>
            <a:off x="9553046" y="1449386"/>
            <a:ext cx="1944688" cy="4140191"/>
          </a:xfrm>
          <a:prstGeom prst="roundRect">
            <a:avLst>
              <a:gd name="adj" fmla="val 4506"/>
            </a:avLst>
          </a:prstGeom>
          <a:solidFill>
            <a:schemeClr val="bg1"/>
          </a:solidFill>
          <a:effectLst>
            <a:outerShdw blurRad="127000" dist="12700" dir="3720000" sx="101000" sy="101000" algn="ctr" rotWithShape="0">
              <a:srgbClr val="000000">
                <a:alpha val="8000"/>
              </a:srgbClr>
            </a:outerShdw>
          </a:effectLst>
        </p:spPr>
        <p:txBody>
          <a:bodyPr lIns="144000" tIns="720000" rIns="144000">
            <a:noAutofit/>
          </a:bodyPr>
          <a:lstStyle>
            <a:lvl1pPr>
              <a:spcAft>
                <a:spcPts val="1200"/>
              </a:spcAft>
              <a:defRPr lang="en-GB" sz="1600" b="0" kern="1200" dirty="0" smtClean="0">
                <a:solidFill>
                  <a:schemeClr val="accent6"/>
                </a:solidFill>
                <a:latin typeface="+mn-lt"/>
                <a:ea typeface="+mn-ea"/>
                <a:cs typeface="+mn-cs"/>
              </a:defRPr>
            </a:lvl1pPr>
            <a:lvl2pPr marL="0" algn="l" defTabSz="914400" rtl="0" eaLnBrk="1" latinLnBrk="0" hangingPunct="1">
              <a:spcAft>
                <a:spcPts val="600"/>
              </a:spcAft>
              <a:defRPr lang="en-GB" sz="1400" b="0" kern="1200" dirty="0">
                <a:solidFill>
                  <a:schemeClr val="accent6"/>
                </a:solidFill>
                <a:latin typeface="+mn-lt"/>
                <a:ea typeface="Calibri" panose="020F0502020204030204" pitchFamily="34" charset="0"/>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marL="0" lvl="0" indent="0" algn="l" defTabSz="914400" rtl="0" eaLnBrk="1" latinLnBrk="0" hangingPunct="1">
              <a:lnSpc>
                <a:spcPct val="100000"/>
              </a:lnSpc>
              <a:spcBef>
                <a:spcPts val="500"/>
              </a:spcBef>
              <a:spcAft>
                <a:spcPts val="1200"/>
              </a:spcAft>
              <a:buFont typeface="Arial" panose="020B0604020202020204" pitchFamily="34" charset="0"/>
              <a:buNone/>
            </a:pPr>
            <a:r>
              <a:rPr lang="en-GB"/>
              <a:t>Click to edit Master text styles</a:t>
            </a:r>
          </a:p>
        </p:txBody>
      </p:sp>
      <p:sp>
        <p:nvSpPr>
          <p:cNvPr id="13" name="Text Placeholder 61">
            <a:extLst>
              <a:ext uri="{FF2B5EF4-FFF2-40B4-BE49-F238E27FC236}">
                <a16:creationId xmlns:a16="http://schemas.microsoft.com/office/drawing/2014/main" id="{A50EA957-CFAD-5705-090F-FF90B60E575B}"/>
              </a:ext>
            </a:extLst>
          </p:cNvPr>
          <p:cNvSpPr>
            <a:spLocks noGrp="1"/>
          </p:cNvSpPr>
          <p:nvPr>
            <p:ph type="body" sz="quarter" idx="21" hasCustomPrompt="1"/>
          </p:nvPr>
        </p:nvSpPr>
        <p:spPr>
          <a:xfrm>
            <a:off x="9553046" y="1449388"/>
            <a:ext cx="1944688" cy="541866"/>
          </a:xfrm>
          <a:prstGeom prst="round2SameRect">
            <a:avLst>
              <a:gd name="adj1" fmla="val 21667"/>
              <a:gd name="adj2" fmla="val 0"/>
            </a:avLst>
          </a:prstGeom>
          <a:gradFill flip="none" rotWithShape="1">
            <a:gsLst>
              <a:gs pos="100000">
                <a:srgbClr val="49DEB6"/>
              </a:gs>
              <a:gs pos="1000">
                <a:srgbClr val="40C9C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lvl2pPr>
              <a:defRPr lang="en-GB" sz="1600" dirty="0">
                <a:solidFill>
                  <a:schemeClr val="bg1"/>
                </a:solidFill>
                <a:latin typeface="+mj-lt"/>
              </a:defRPr>
            </a:lvl2pPr>
          </a:lstStyle>
          <a:p>
            <a:pPr lvl="1">
              <a:spcAft>
                <a:spcPts val="1200"/>
              </a:spcAft>
            </a:pPr>
            <a:r>
              <a:rPr lang="en-GB"/>
              <a:t>Click to edit styles</a:t>
            </a:r>
          </a:p>
        </p:txBody>
      </p:sp>
    </p:spTree>
    <p:extLst>
      <p:ext uri="{BB962C8B-B14F-4D97-AF65-F5344CB8AC3E}">
        <p14:creationId xmlns:p14="http://schemas.microsoft.com/office/powerpoint/2010/main" val="4134509798"/>
      </p:ext>
    </p:extLst>
  </p:cSld>
  <p:clrMapOvr>
    <a:masterClrMapping/>
  </p:clrMapOvr>
  <p:extLst>
    <p:ext uri="{DCECCB84-F9BA-43D5-87BE-67443E8EF086}">
      <p15:sldGuideLst xmlns:p15="http://schemas.microsoft.com/office/powerpoint/2012/main">
        <p15:guide id="1" pos="1663">
          <p15:clr>
            <a:srgbClr val="FBAE40"/>
          </p15:clr>
        </p15:guide>
        <p15:guide id="2" pos="1824">
          <p15:clr>
            <a:srgbClr val="FBAE40"/>
          </p15:clr>
        </p15:guide>
        <p15:guide id="3" pos="3061">
          <p15:clr>
            <a:srgbClr val="FBAE40"/>
          </p15:clr>
        </p15:guide>
        <p15:guide id="4" pos="3221">
          <p15:clr>
            <a:srgbClr val="FBAE40"/>
          </p15:clr>
        </p15:guide>
        <p15:guide id="5" pos="4459">
          <p15:clr>
            <a:srgbClr val="FBAE40"/>
          </p15:clr>
        </p15:guide>
        <p15:guide id="6" pos="4619">
          <p15:clr>
            <a:srgbClr val="FBAE40"/>
          </p15:clr>
        </p15:guide>
        <p15:guide id="7" pos="5856">
          <p15:clr>
            <a:srgbClr val="FBAE40"/>
          </p15:clr>
        </p15:guide>
        <p15:guide id="8" pos="600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lumns 5.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2" name="Text Placeholder 61">
            <a:extLst>
              <a:ext uri="{FF2B5EF4-FFF2-40B4-BE49-F238E27FC236}">
                <a16:creationId xmlns:a16="http://schemas.microsoft.com/office/drawing/2014/main" id="{C1AE9E53-70A8-7367-5F63-F86791B5B9FF}"/>
              </a:ext>
            </a:extLst>
          </p:cNvPr>
          <p:cNvSpPr>
            <a:spLocks noGrp="1"/>
          </p:cNvSpPr>
          <p:nvPr>
            <p:ph type="body" sz="quarter" idx="12"/>
          </p:nvPr>
        </p:nvSpPr>
        <p:spPr>
          <a:xfrm>
            <a:off x="695325" y="1449388"/>
            <a:ext cx="1944688"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7" name="Text Placeholder 61">
            <a:extLst>
              <a:ext uri="{FF2B5EF4-FFF2-40B4-BE49-F238E27FC236}">
                <a16:creationId xmlns:a16="http://schemas.microsoft.com/office/drawing/2014/main" id="{37A8653F-181C-1635-DC6C-268C07DAAA25}"/>
              </a:ext>
            </a:extLst>
          </p:cNvPr>
          <p:cNvSpPr>
            <a:spLocks noGrp="1"/>
          </p:cNvSpPr>
          <p:nvPr>
            <p:ph type="body" sz="quarter" idx="20"/>
          </p:nvPr>
        </p:nvSpPr>
        <p:spPr>
          <a:xfrm>
            <a:off x="2904728" y="1449389"/>
            <a:ext cx="1944688"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9" name="Text Placeholder 61">
            <a:extLst>
              <a:ext uri="{FF2B5EF4-FFF2-40B4-BE49-F238E27FC236}">
                <a16:creationId xmlns:a16="http://schemas.microsoft.com/office/drawing/2014/main" id="{B96F01E9-D48A-15C8-9710-156E3ED405AD}"/>
              </a:ext>
            </a:extLst>
          </p:cNvPr>
          <p:cNvSpPr>
            <a:spLocks noGrp="1"/>
          </p:cNvSpPr>
          <p:nvPr>
            <p:ph type="body" sz="quarter" idx="21"/>
          </p:nvPr>
        </p:nvSpPr>
        <p:spPr>
          <a:xfrm>
            <a:off x="5114131" y="1449390"/>
            <a:ext cx="1944688"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1" name="Text Placeholder 61">
            <a:extLst>
              <a:ext uri="{FF2B5EF4-FFF2-40B4-BE49-F238E27FC236}">
                <a16:creationId xmlns:a16="http://schemas.microsoft.com/office/drawing/2014/main" id="{7CB60293-BAC2-2E73-9DB1-6204D6BD0EA9}"/>
              </a:ext>
            </a:extLst>
          </p:cNvPr>
          <p:cNvSpPr>
            <a:spLocks noGrp="1"/>
          </p:cNvSpPr>
          <p:nvPr>
            <p:ph type="body" sz="quarter" idx="22"/>
          </p:nvPr>
        </p:nvSpPr>
        <p:spPr>
          <a:xfrm>
            <a:off x="7323534" y="1449391"/>
            <a:ext cx="1944688"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3" name="Text Placeholder 61">
            <a:extLst>
              <a:ext uri="{FF2B5EF4-FFF2-40B4-BE49-F238E27FC236}">
                <a16:creationId xmlns:a16="http://schemas.microsoft.com/office/drawing/2014/main" id="{21CEDF20-199E-F3C3-F56E-F4CD2B005BDF}"/>
              </a:ext>
            </a:extLst>
          </p:cNvPr>
          <p:cNvSpPr>
            <a:spLocks noGrp="1"/>
          </p:cNvSpPr>
          <p:nvPr>
            <p:ph type="body" sz="quarter" idx="23"/>
          </p:nvPr>
        </p:nvSpPr>
        <p:spPr>
          <a:xfrm>
            <a:off x="9532938" y="1449392"/>
            <a:ext cx="1944688" cy="4140199"/>
          </a:xfrm>
          <a:prstGeom prst="roundRect">
            <a:avLst>
              <a:gd name="adj" fmla="val 6323"/>
            </a:avLst>
          </a:prstGeom>
          <a:solidFill>
            <a:schemeClr val="bg1"/>
          </a:solidFill>
          <a:effectLst>
            <a:outerShdw blurRad="127000" dist="12700" dir="3720000" sx="101000" sy="101000" algn="ctr" rotWithShape="0">
              <a:srgbClr val="000000">
                <a:alpha val="8000"/>
              </a:srgbClr>
            </a:outerShdw>
          </a:effectLst>
        </p:spPr>
        <p:txBody>
          <a:bodyPr lIns="144000" tIns="900000" rIns="14400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5" name="Oval 14">
            <a:extLst>
              <a:ext uri="{FF2B5EF4-FFF2-40B4-BE49-F238E27FC236}">
                <a16:creationId xmlns:a16="http://schemas.microsoft.com/office/drawing/2014/main" id="{25999995-7667-6FC3-0437-6BBB0BF9B18A}"/>
              </a:ext>
            </a:extLst>
          </p:cNvPr>
          <p:cNvSpPr/>
          <p:nvPr userDrawn="1"/>
        </p:nvSpPr>
        <p:spPr>
          <a:xfrm>
            <a:off x="937517" y="1679658"/>
            <a:ext cx="531327" cy="531327"/>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6" name="Oval 15">
            <a:extLst>
              <a:ext uri="{FF2B5EF4-FFF2-40B4-BE49-F238E27FC236}">
                <a16:creationId xmlns:a16="http://schemas.microsoft.com/office/drawing/2014/main" id="{1F7DC859-C138-1AE0-E421-8FC926EC373B}"/>
              </a:ext>
            </a:extLst>
          </p:cNvPr>
          <p:cNvSpPr/>
          <p:nvPr userDrawn="1"/>
        </p:nvSpPr>
        <p:spPr>
          <a:xfrm>
            <a:off x="3156842" y="1679659"/>
            <a:ext cx="531327" cy="531327"/>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7" name="Oval 16">
            <a:extLst>
              <a:ext uri="{FF2B5EF4-FFF2-40B4-BE49-F238E27FC236}">
                <a16:creationId xmlns:a16="http://schemas.microsoft.com/office/drawing/2014/main" id="{CEF72C59-89A2-06DE-BC28-977CF679F095}"/>
              </a:ext>
            </a:extLst>
          </p:cNvPr>
          <p:cNvSpPr/>
          <p:nvPr userDrawn="1"/>
        </p:nvSpPr>
        <p:spPr>
          <a:xfrm>
            <a:off x="5376167" y="1679660"/>
            <a:ext cx="531327" cy="531327"/>
          </a:xfrm>
          <a:prstGeom prst="ellipse">
            <a:avLst/>
          </a:prstGeom>
          <a:solidFill>
            <a:srgbClr val="34ABE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8" name="Oval 17">
            <a:extLst>
              <a:ext uri="{FF2B5EF4-FFF2-40B4-BE49-F238E27FC236}">
                <a16:creationId xmlns:a16="http://schemas.microsoft.com/office/drawing/2014/main" id="{0661A8FB-6BFD-32C2-D382-CD3AF379E116}"/>
              </a:ext>
            </a:extLst>
          </p:cNvPr>
          <p:cNvSpPr/>
          <p:nvPr userDrawn="1"/>
        </p:nvSpPr>
        <p:spPr>
          <a:xfrm>
            <a:off x="7595492" y="1679661"/>
            <a:ext cx="531327" cy="531327"/>
          </a:xfrm>
          <a:prstGeom prst="ellipse">
            <a:avLst/>
          </a:prstGeom>
          <a:solidFill>
            <a:srgbClr val="3DC7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
        <p:nvSpPr>
          <p:cNvPr id="19" name="Oval 18">
            <a:extLst>
              <a:ext uri="{FF2B5EF4-FFF2-40B4-BE49-F238E27FC236}">
                <a16:creationId xmlns:a16="http://schemas.microsoft.com/office/drawing/2014/main" id="{34831206-3254-9328-F551-46BCBBD0381D}"/>
              </a:ext>
            </a:extLst>
          </p:cNvPr>
          <p:cNvSpPr/>
          <p:nvPr userDrawn="1"/>
        </p:nvSpPr>
        <p:spPr>
          <a:xfrm>
            <a:off x="9775130" y="1679662"/>
            <a:ext cx="531327" cy="53132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b="1">
              <a:solidFill>
                <a:schemeClr val="tx1"/>
              </a:solidFill>
              <a:latin typeface="Cabinet Grotesk" pitchFamily="2" charset="77"/>
            </a:endParaRPr>
          </a:p>
        </p:txBody>
      </p:sp>
    </p:spTree>
    <p:extLst>
      <p:ext uri="{BB962C8B-B14F-4D97-AF65-F5344CB8AC3E}">
        <p14:creationId xmlns:p14="http://schemas.microsoft.com/office/powerpoint/2010/main" val="651697336"/>
      </p:ext>
    </p:extLst>
  </p:cSld>
  <p:clrMapOvr>
    <a:masterClrMapping/>
  </p:clrMapOvr>
  <p:extLst>
    <p:ext uri="{DCECCB84-F9BA-43D5-87BE-67443E8EF086}">
      <p15:sldGuideLst xmlns:p15="http://schemas.microsoft.com/office/powerpoint/2012/main">
        <p15:guide id="1" pos="1663">
          <p15:clr>
            <a:srgbClr val="FBAE40"/>
          </p15:clr>
        </p15:guide>
        <p15:guide id="2" pos="1824">
          <p15:clr>
            <a:srgbClr val="FBAE40"/>
          </p15:clr>
        </p15:guide>
        <p15:guide id="3" pos="3061">
          <p15:clr>
            <a:srgbClr val="FBAE40"/>
          </p15:clr>
        </p15:guide>
        <p15:guide id="4" pos="3221">
          <p15:clr>
            <a:srgbClr val="FBAE40"/>
          </p15:clr>
        </p15:guide>
        <p15:guide id="5" pos="4459">
          <p15:clr>
            <a:srgbClr val="FBAE40"/>
          </p15:clr>
        </p15:guide>
        <p15:guide id="6" pos="4619">
          <p15:clr>
            <a:srgbClr val="FBAE40"/>
          </p15:clr>
        </p15:guide>
        <p15:guide id="7" pos="5856">
          <p15:clr>
            <a:srgbClr val="FBAE40"/>
          </p15:clr>
        </p15:guide>
        <p15:guide id="8" pos="600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umns 5.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5" name="Text Placeholder 61">
            <a:extLst>
              <a:ext uri="{FF2B5EF4-FFF2-40B4-BE49-F238E27FC236}">
                <a16:creationId xmlns:a16="http://schemas.microsoft.com/office/drawing/2014/main" id="{6B615296-8747-367E-03C9-A66464A8DF47}"/>
              </a:ext>
            </a:extLst>
          </p:cNvPr>
          <p:cNvSpPr>
            <a:spLocks noGrp="1"/>
          </p:cNvSpPr>
          <p:nvPr>
            <p:ph type="body" sz="quarter" idx="12"/>
          </p:nvPr>
        </p:nvSpPr>
        <p:spPr>
          <a:xfrm>
            <a:off x="686728" y="2205038"/>
            <a:ext cx="1867232"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6" name="Oval 5">
            <a:extLst>
              <a:ext uri="{FF2B5EF4-FFF2-40B4-BE49-F238E27FC236}">
                <a16:creationId xmlns:a16="http://schemas.microsoft.com/office/drawing/2014/main" id="{098EA255-E9DE-1D20-5D6B-E801A5AE617D}"/>
              </a:ext>
            </a:extLst>
          </p:cNvPr>
          <p:cNvSpPr/>
          <p:nvPr userDrawn="1"/>
        </p:nvSpPr>
        <p:spPr>
          <a:xfrm>
            <a:off x="695325" y="1449388"/>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5" name="Text Placeholder 61">
            <a:extLst>
              <a:ext uri="{FF2B5EF4-FFF2-40B4-BE49-F238E27FC236}">
                <a16:creationId xmlns:a16="http://schemas.microsoft.com/office/drawing/2014/main" id="{1B370A74-B071-540D-AAE8-6D13DBA1FBCB}"/>
              </a:ext>
            </a:extLst>
          </p:cNvPr>
          <p:cNvSpPr>
            <a:spLocks noGrp="1"/>
          </p:cNvSpPr>
          <p:nvPr>
            <p:ph type="body" sz="quarter" idx="13"/>
          </p:nvPr>
        </p:nvSpPr>
        <p:spPr>
          <a:xfrm>
            <a:off x="2935378" y="2205038"/>
            <a:ext cx="1867232"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6" name="Oval 15">
            <a:extLst>
              <a:ext uri="{FF2B5EF4-FFF2-40B4-BE49-F238E27FC236}">
                <a16:creationId xmlns:a16="http://schemas.microsoft.com/office/drawing/2014/main" id="{09C08087-EB52-9C19-EB1F-2AF72314AF1E}"/>
              </a:ext>
            </a:extLst>
          </p:cNvPr>
          <p:cNvSpPr/>
          <p:nvPr userDrawn="1"/>
        </p:nvSpPr>
        <p:spPr>
          <a:xfrm>
            <a:off x="2922588" y="1449388"/>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7" name="Text Placeholder 61">
            <a:extLst>
              <a:ext uri="{FF2B5EF4-FFF2-40B4-BE49-F238E27FC236}">
                <a16:creationId xmlns:a16="http://schemas.microsoft.com/office/drawing/2014/main" id="{C2F24CC5-A235-C992-6AD4-FB4120A74042}"/>
              </a:ext>
            </a:extLst>
          </p:cNvPr>
          <p:cNvSpPr>
            <a:spLocks noGrp="1"/>
          </p:cNvSpPr>
          <p:nvPr>
            <p:ph type="body" sz="quarter" idx="14"/>
          </p:nvPr>
        </p:nvSpPr>
        <p:spPr>
          <a:xfrm>
            <a:off x="5184028" y="2205038"/>
            <a:ext cx="1878740"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18" name="Oval 17">
            <a:extLst>
              <a:ext uri="{FF2B5EF4-FFF2-40B4-BE49-F238E27FC236}">
                <a16:creationId xmlns:a16="http://schemas.microsoft.com/office/drawing/2014/main" id="{D6357F53-7112-D619-C3CB-DA1CA115105D}"/>
              </a:ext>
            </a:extLst>
          </p:cNvPr>
          <p:cNvSpPr/>
          <p:nvPr userDrawn="1"/>
        </p:nvSpPr>
        <p:spPr>
          <a:xfrm>
            <a:off x="5171237" y="1449388"/>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19" name="Text Placeholder 61">
            <a:extLst>
              <a:ext uri="{FF2B5EF4-FFF2-40B4-BE49-F238E27FC236}">
                <a16:creationId xmlns:a16="http://schemas.microsoft.com/office/drawing/2014/main" id="{753E47D4-C3B8-E896-1C76-09B0477A3210}"/>
              </a:ext>
            </a:extLst>
          </p:cNvPr>
          <p:cNvSpPr>
            <a:spLocks noGrp="1"/>
          </p:cNvSpPr>
          <p:nvPr>
            <p:ph type="body" sz="quarter" idx="15"/>
          </p:nvPr>
        </p:nvSpPr>
        <p:spPr>
          <a:xfrm>
            <a:off x="7444186" y="2205038"/>
            <a:ext cx="1845524"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20" name="Oval 19">
            <a:extLst>
              <a:ext uri="{FF2B5EF4-FFF2-40B4-BE49-F238E27FC236}">
                <a16:creationId xmlns:a16="http://schemas.microsoft.com/office/drawing/2014/main" id="{8A283737-ADBE-B44F-556D-32D0BA5ABCDB}"/>
              </a:ext>
            </a:extLst>
          </p:cNvPr>
          <p:cNvSpPr/>
          <p:nvPr userDrawn="1"/>
        </p:nvSpPr>
        <p:spPr>
          <a:xfrm>
            <a:off x="7419975" y="1449388"/>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sp>
        <p:nvSpPr>
          <p:cNvPr id="21" name="Text Placeholder 61">
            <a:extLst>
              <a:ext uri="{FF2B5EF4-FFF2-40B4-BE49-F238E27FC236}">
                <a16:creationId xmlns:a16="http://schemas.microsoft.com/office/drawing/2014/main" id="{9FD4C771-49B5-A854-4832-418033EBBF9E}"/>
              </a:ext>
            </a:extLst>
          </p:cNvPr>
          <p:cNvSpPr>
            <a:spLocks noGrp="1"/>
          </p:cNvSpPr>
          <p:nvPr>
            <p:ph type="body" sz="quarter" idx="16"/>
          </p:nvPr>
        </p:nvSpPr>
        <p:spPr>
          <a:xfrm>
            <a:off x="9671129" y="2205038"/>
            <a:ext cx="1825546" cy="3384549"/>
          </a:xfrm>
          <a:prstGeom prst="rect">
            <a:avLst/>
          </a:prstGeom>
          <a:solidFill>
            <a:schemeClr val="bg1"/>
          </a:solidFill>
          <a:effectLst/>
        </p:spPr>
        <p:txBody>
          <a:bodyPr lIns="0" tIns="0" rIns="0">
            <a:noAutofit/>
          </a:bodyPr>
          <a:lstStyle>
            <a:lvl1pPr>
              <a:spcAft>
                <a:spcPts val="1200"/>
              </a:spcAft>
              <a:defRPr lang="en-GB" sz="1600" b="0" kern="1200" dirty="0" smtClean="0">
                <a:solidFill>
                  <a:schemeClr val="tx1"/>
                </a:solidFill>
                <a:latin typeface="+mj-lt"/>
                <a:ea typeface="+mn-ea"/>
                <a:cs typeface="+mn-cs"/>
              </a:defRPr>
            </a:lvl1pPr>
            <a:lvl2pPr marL="0" algn="l" defTabSz="914400" rtl="0" eaLnBrk="1" latinLnBrk="0" hangingPunct="1">
              <a:spcAft>
                <a:spcPts val="1200"/>
              </a:spcAft>
              <a:defRPr lang="en-GB" sz="1400" b="0" i="0" kern="1200" dirty="0">
                <a:solidFill>
                  <a:schemeClr val="accent6"/>
                </a:solidFill>
                <a:latin typeface="+mn-lt"/>
                <a:ea typeface="Cabinet Grotesk" pitchFamily="2" charset="77"/>
                <a:cs typeface="Aharoni"/>
              </a:defRPr>
            </a:lvl2pPr>
            <a:lvl3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3pPr>
            <a:lvl4pPr marL="0" algn="l" defTabSz="914400" rtl="0" eaLnBrk="1" latinLnBrk="0" hangingPunct="1">
              <a:spcAft>
                <a:spcPts val="1200"/>
              </a:spcAft>
              <a:defRPr lang="en-GB" sz="1400" kern="1200" dirty="0" smtClean="0">
                <a:solidFill>
                  <a:schemeClr val="accent6"/>
                </a:solidFill>
                <a:latin typeface="+mn-lt"/>
                <a:ea typeface="Calibri" panose="020F0502020204030204" pitchFamily="34" charset="0"/>
                <a:cs typeface="Aharoni"/>
              </a:defRPr>
            </a:lvl4pPr>
          </a:lstStyle>
          <a:p>
            <a:pPr lvl="0"/>
            <a:r>
              <a:rPr lang="en-GB"/>
              <a:t>Click to edit Master text styles</a:t>
            </a:r>
          </a:p>
          <a:p>
            <a:pPr marL="0" lvl="1" indent="0" algn="l" defTabSz="914400" rtl="0" eaLnBrk="1" latinLnBrk="0" hangingPunct="1">
              <a:lnSpc>
                <a:spcPct val="100000"/>
              </a:lnSpc>
              <a:spcBef>
                <a:spcPts val="500"/>
              </a:spcBef>
              <a:spcAft>
                <a:spcPts val="1200"/>
              </a:spcAft>
              <a:buFont typeface="Arial" panose="020B0604020202020204" pitchFamily="34" charset="0"/>
              <a:buNone/>
            </a:pPr>
            <a:r>
              <a:rPr lang="en-GB"/>
              <a:t>Second level</a:t>
            </a:r>
          </a:p>
        </p:txBody>
      </p:sp>
      <p:sp>
        <p:nvSpPr>
          <p:cNvPr id="22" name="Oval 21">
            <a:extLst>
              <a:ext uri="{FF2B5EF4-FFF2-40B4-BE49-F238E27FC236}">
                <a16:creationId xmlns:a16="http://schemas.microsoft.com/office/drawing/2014/main" id="{AA892948-FD87-84FC-B607-E228CBE67516}"/>
              </a:ext>
            </a:extLst>
          </p:cNvPr>
          <p:cNvSpPr/>
          <p:nvPr userDrawn="1"/>
        </p:nvSpPr>
        <p:spPr>
          <a:xfrm>
            <a:off x="9668713" y="1449388"/>
            <a:ext cx="506286" cy="506286"/>
          </a:xfrm>
          <a:prstGeom prst="ellipse">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Cabinet Grotesk" pitchFamily="2" charset="77"/>
            </a:endParaRPr>
          </a:p>
        </p:txBody>
      </p:sp>
      <p:cxnSp>
        <p:nvCxnSpPr>
          <p:cNvPr id="26" name="Straight Connector 25">
            <a:extLst>
              <a:ext uri="{FF2B5EF4-FFF2-40B4-BE49-F238E27FC236}">
                <a16:creationId xmlns:a16="http://schemas.microsoft.com/office/drawing/2014/main" id="{976C97CE-D964-5DED-A924-32662BB31883}"/>
              </a:ext>
            </a:extLst>
          </p:cNvPr>
          <p:cNvCxnSpPr>
            <a:cxnSpLocks/>
          </p:cNvCxnSpPr>
          <p:nvPr userDrawn="1"/>
        </p:nvCxnSpPr>
        <p:spPr>
          <a:xfrm>
            <a:off x="2744669" y="3429000"/>
            <a:ext cx="0" cy="3429000"/>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889E7C-D639-48E2-FD77-0A4EAD753504}"/>
              </a:ext>
            </a:extLst>
          </p:cNvPr>
          <p:cNvCxnSpPr>
            <a:cxnSpLocks/>
          </p:cNvCxnSpPr>
          <p:nvPr userDrawn="1"/>
        </p:nvCxnSpPr>
        <p:spPr>
          <a:xfrm>
            <a:off x="4993319" y="1449388"/>
            <a:ext cx="0" cy="5408612"/>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1036288-5EBE-9852-92AF-C284D064ECA1}"/>
              </a:ext>
            </a:extLst>
          </p:cNvPr>
          <p:cNvCxnSpPr>
            <a:cxnSpLocks/>
          </p:cNvCxnSpPr>
          <p:nvPr userDrawn="1"/>
        </p:nvCxnSpPr>
        <p:spPr>
          <a:xfrm>
            <a:off x="7253477" y="4750420"/>
            <a:ext cx="0" cy="2107580"/>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3FDA663-4E97-8990-9586-1EA0C000548F}"/>
              </a:ext>
            </a:extLst>
          </p:cNvPr>
          <p:cNvCxnSpPr>
            <a:cxnSpLocks/>
          </p:cNvCxnSpPr>
          <p:nvPr userDrawn="1"/>
        </p:nvCxnSpPr>
        <p:spPr>
          <a:xfrm>
            <a:off x="9480419" y="2542478"/>
            <a:ext cx="0" cy="4315522"/>
          </a:xfrm>
          <a:prstGeom prst="line">
            <a:avLst/>
          </a:prstGeom>
          <a:ln w="88900" cap="rnd">
            <a:gradFill flip="none" rotWithShape="1">
              <a:gsLst>
                <a:gs pos="0">
                  <a:schemeClr val="tx2"/>
                </a:gs>
                <a:gs pos="53000">
                  <a:schemeClr val="accent4"/>
                </a:gs>
                <a:gs pos="99000">
                  <a:schemeClr val="accent1"/>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045411"/>
      </p:ext>
    </p:extLst>
  </p:cSld>
  <p:clrMapOvr>
    <a:masterClrMapping/>
  </p:clrMapOvr>
  <p:extLst>
    <p:ext uri="{DCECCB84-F9BA-43D5-87BE-67443E8EF086}">
      <p15:sldGuideLst xmlns:p15="http://schemas.microsoft.com/office/powerpoint/2012/main">
        <p15:guide id="1" pos="1615">
          <p15:clr>
            <a:srgbClr val="FBAE40"/>
          </p15:clr>
        </p15:guide>
        <p15:guide id="2" pos="1841">
          <p15:clr>
            <a:srgbClr val="FBAE40"/>
          </p15:clr>
        </p15:guide>
        <p15:guide id="3" pos="3041">
          <p15:clr>
            <a:srgbClr val="FBAE40"/>
          </p15:clr>
        </p15:guide>
        <p15:guide id="4" pos="3258">
          <p15:clr>
            <a:srgbClr val="FBAE40"/>
          </p15:clr>
        </p15:guide>
        <p15:guide id="5" pos="4459">
          <p15:clr>
            <a:srgbClr val="FBAE40"/>
          </p15:clr>
        </p15:guide>
        <p15:guide id="6" pos="4674">
          <p15:clr>
            <a:srgbClr val="FBAE40"/>
          </p15:clr>
        </p15:guide>
        <p15:guide id="7" pos="5864">
          <p15:clr>
            <a:srgbClr val="FBAE40"/>
          </p15:clr>
        </p15:guide>
        <p15:guide id="8" pos="6090">
          <p15:clr>
            <a:srgbClr val="FBAE40"/>
          </p15:clr>
        </p15:guide>
        <p15:guide id="9" orient="horz" pos="138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ckground 1">
    <p:spTree>
      <p:nvGrpSpPr>
        <p:cNvPr id="1" name=""/>
        <p:cNvGrpSpPr/>
        <p:nvPr/>
      </p:nvGrpSpPr>
      <p:grpSpPr>
        <a:xfrm>
          <a:off x="0" y="0"/>
          <a:ext cx="0" cy="0"/>
          <a:chOff x="0" y="0"/>
          <a:chExt cx="0" cy="0"/>
        </a:xfrm>
      </p:grpSpPr>
      <p:sp>
        <p:nvSpPr>
          <p:cNvPr id="6" name="Right Triangle 5">
            <a:extLst>
              <a:ext uri="{FF2B5EF4-FFF2-40B4-BE49-F238E27FC236}">
                <a16:creationId xmlns:a16="http://schemas.microsoft.com/office/drawing/2014/main" id="{A65A3972-BE94-BD2A-BEA0-9F6E1EC471CB}"/>
              </a:ext>
            </a:extLst>
          </p:cNvPr>
          <p:cNvSpPr/>
          <p:nvPr userDrawn="1"/>
        </p:nvSpPr>
        <p:spPr>
          <a:xfrm rot="10800000">
            <a:off x="6852062" y="-4"/>
            <a:ext cx="5339938" cy="6858001"/>
          </a:xfrm>
          <a:prstGeom prst="rtTriangle">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42ABB285-422F-873B-6176-37642A7E57FE}"/>
              </a:ext>
            </a:extLst>
          </p:cNvPr>
          <p:cNvSpPr/>
          <p:nvPr userDrawn="1"/>
        </p:nvSpPr>
        <p:spPr>
          <a:xfrm rot="16200000">
            <a:off x="5293657" y="-40349"/>
            <a:ext cx="6858008" cy="6938683"/>
          </a:xfrm>
          <a:prstGeom prst="rtTriangle">
            <a:avLst/>
          </a:prstGeom>
          <a:gradFill>
            <a:gsLst>
              <a:gs pos="0">
                <a:schemeClr val="accent3"/>
              </a:gs>
              <a:gs pos="53000">
                <a:schemeClr val="accent4"/>
              </a:gs>
              <a:gs pos="99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9" name="Group 38">
            <a:extLst>
              <a:ext uri="{FF2B5EF4-FFF2-40B4-BE49-F238E27FC236}">
                <a16:creationId xmlns:a16="http://schemas.microsoft.com/office/drawing/2014/main" id="{ED36F615-6EE9-7578-296C-4FBC1AAF2972}"/>
              </a:ext>
            </a:extLst>
          </p:cNvPr>
          <p:cNvGrpSpPr/>
          <p:nvPr userDrawn="1"/>
        </p:nvGrpSpPr>
        <p:grpSpPr>
          <a:xfrm>
            <a:off x="9330979" y="4312239"/>
            <a:ext cx="2118194" cy="1661014"/>
            <a:chOff x="6932030" y="549275"/>
            <a:chExt cx="2765542" cy="2168642"/>
          </a:xfrm>
        </p:grpSpPr>
        <p:sp>
          <p:nvSpPr>
            <p:cNvPr id="8" name="Oval 7">
              <a:extLst>
                <a:ext uri="{FF2B5EF4-FFF2-40B4-BE49-F238E27FC236}">
                  <a16:creationId xmlns:a16="http://schemas.microsoft.com/office/drawing/2014/main" id="{AD58DB70-43D9-F583-162D-92BA83034A5A}"/>
                </a:ext>
              </a:extLst>
            </p:cNvPr>
            <p:cNvSpPr/>
            <p:nvPr userDrawn="1"/>
          </p:nvSpPr>
          <p:spPr>
            <a:xfrm rot="5400000">
              <a:off x="69320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B3A6F1CB-F24E-7E4B-0E85-4950B7069D81}"/>
                </a:ext>
              </a:extLst>
            </p:cNvPr>
            <p:cNvSpPr/>
            <p:nvPr userDrawn="1"/>
          </p:nvSpPr>
          <p:spPr>
            <a:xfrm rot="5400000">
              <a:off x="74273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51B335E-7380-4208-C801-79B3BF299E8D}"/>
                </a:ext>
              </a:extLst>
            </p:cNvPr>
            <p:cNvSpPr/>
            <p:nvPr userDrawn="1"/>
          </p:nvSpPr>
          <p:spPr>
            <a:xfrm rot="5400000">
              <a:off x="79226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3608058-06EE-99A9-7E92-DA462468326B}"/>
                </a:ext>
              </a:extLst>
            </p:cNvPr>
            <p:cNvSpPr/>
            <p:nvPr userDrawn="1"/>
          </p:nvSpPr>
          <p:spPr>
            <a:xfrm rot="5400000">
              <a:off x="84179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F400DF3D-DB8D-1C45-6960-46444894E053}"/>
                </a:ext>
              </a:extLst>
            </p:cNvPr>
            <p:cNvSpPr/>
            <p:nvPr userDrawn="1"/>
          </p:nvSpPr>
          <p:spPr>
            <a:xfrm rot="5400000">
              <a:off x="89132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6673F7D8-83EB-8F26-1D92-D0C286E65474}"/>
                </a:ext>
              </a:extLst>
            </p:cNvPr>
            <p:cNvSpPr/>
            <p:nvPr userDrawn="1"/>
          </p:nvSpPr>
          <p:spPr>
            <a:xfrm rot="5400000">
              <a:off x="94085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4024E46F-A3A8-57B0-83C4-B57E10F82290}"/>
                </a:ext>
              </a:extLst>
            </p:cNvPr>
            <p:cNvSpPr/>
            <p:nvPr userDrawn="1"/>
          </p:nvSpPr>
          <p:spPr>
            <a:xfrm rot="5400000">
              <a:off x="69320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E8D124B7-984B-6A6C-E072-64576312E71F}"/>
                </a:ext>
              </a:extLst>
            </p:cNvPr>
            <p:cNvSpPr/>
            <p:nvPr userDrawn="1"/>
          </p:nvSpPr>
          <p:spPr>
            <a:xfrm rot="5400000">
              <a:off x="74273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8D610D44-3C14-FC61-0151-EFE814224497}"/>
                </a:ext>
              </a:extLst>
            </p:cNvPr>
            <p:cNvSpPr/>
            <p:nvPr userDrawn="1"/>
          </p:nvSpPr>
          <p:spPr>
            <a:xfrm rot="5400000">
              <a:off x="79226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B954E6FC-46B8-26D4-06D5-DB84102B770E}"/>
                </a:ext>
              </a:extLst>
            </p:cNvPr>
            <p:cNvSpPr/>
            <p:nvPr userDrawn="1"/>
          </p:nvSpPr>
          <p:spPr>
            <a:xfrm rot="5400000">
              <a:off x="84179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0118CAF4-77CA-96BD-EA49-C5484F26D573}"/>
                </a:ext>
              </a:extLst>
            </p:cNvPr>
            <p:cNvSpPr/>
            <p:nvPr userDrawn="1"/>
          </p:nvSpPr>
          <p:spPr>
            <a:xfrm rot="5400000">
              <a:off x="89132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9D367699-E6B6-375C-7A55-0364F4A33D6F}"/>
                </a:ext>
              </a:extLst>
            </p:cNvPr>
            <p:cNvSpPr/>
            <p:nvPr userDrawn="1"/>
          </p:nvSpPr>
          <p:spPr>
            <a:xfrm rot="5400000">
              <a:off x="94085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AEB6AAF1-CE8B-1EA4-1BCD-DCEF8EB560F8}"/>
                </a:ext>
              </a:extLst>
            </p:cNvPr>
            <p:cNvSpPr/>
            <p:nvPr userDrawn="1"/>
          </p:nvSpPr>
          <p:spPr>
            <a:xfrm rot="5400000">
              <a:off x="69320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BEC86441-90B2-A8E5-4E00-E6415A6F0475}"/>
                </a:ext>
              </a:extLst>
            </p:cNvPr>
            <p:cNvSpPr/>
            <p:nvPr userDrawn="1"/>
          </p:nvSpPr>
          <p:spPr>
            <a:xfrm rot="5400000">
              <a:off x="74273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1376FD17-DBD3-8DDE-99B8-94FD59E45F56}"/>
                </a:ext>
              </a:extLst>
            </p:cNvPr>
            <p:cNvSpPr/>
            <p:nvPr userDrawn="1"/>
          </p:nvSpPr>
          <p:spPr>
            <a:xfrm rot="5400000">
              <a:off x="79226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564A8D41-28C0-5249-1F93-CF467CB78D22}"/>
                </a:ext>
              </a:extLst>
            </p:cNvPr>
            <p:cNvSpPr/>
            <p:nvPr userDrawn="1"/>
          </p:nvSpPr>
          <p:spPr>
            <a:xfrm rot="5400000">
              <a:off x="84179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BAA01F50-936F-E929-8863-BAEE2A9B52A6}"/>
                </a:ext>
              </a:extLst>
            </p:cNvPr>
            <p:cNvSpPr/>
            <p:nvPr userDrawn="1"/>
          </p:nvSpPr>
          <p:spPr>
            <a:xfrm rot="5400000">
              <a:off x="89132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8B7BBFAB-C6BD-A8EF-8942-B03936908D2C}"/>
                </a:ext>
              </a:extLst>
            </p:cNvPr>
            <p:cNvSpPr/>
            <p:nvPr userDrawn="1"/>
          </p:nvSpPr>
          <p:spPr>
            <a:xfrm rot="5400000">
              <a:off x="94085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1EFBCF00-73D2-9ED4-5F93-8E88D4D4E24D}"/>
                </a:ext>
              </a:extLst>
            </p:cNvPr>
            <p:cNvSpPr/>
            <p:nvPr userDrawn="1"/>
          </p:nvSpPr>
          <p:spPr>
            <a:xfrm rot="5400000">
              <a:off x="69320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139AE6F6-278B-FC76-365C-01572B593117}"/>
                </a:ext>
              </a:extLst>
            </p:cNvPr>
            <p:cNvSpPr/>
            <p:nvPr userDrawn="1"/>
          </p:nvSpPr>
          <p:spPr>
            <a:xfrm rot="5400000">
              <a:off x="74273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FFCA4BBE-C6CC-067C-9989-4E18000E943E}"/>
                </a:ext>
              </a:extLst>
            </p:cNvPr>
            <p:cNvSpPr/>
            <p:nvPr userDrawn="1"/>
          </p:nvSpPr>
          <p:spPr>
            <a:xfrm rot="5400000">
              <a:off x="79226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CAD4AC8D-B1C0-134F-43C1-83E780093CB0}"/>
                </a:ext>
              </a:extLst>
            </p:cNvPr>
            <p:cNvSpPr/>
            <p:nvPr userDrawn="1"/>
          </p:nvSpPr>
          <p:spPr>
            <a:xfrm rot="5400000">
              <a:off x="84179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1CDAEF73-DE87-1BEB-9812-0A0DDB8FB80B}"/>
                </a:ext>
              </a:extLst>
            </p:cNvPr>
            <p:cNvSpPr/>
            <p:nvPr userDrawn="1"/>
          </p:nvSpPr>
          <p:spPr>
            <a:xfrm rot="5400000">
              <a:off x="89132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74AA09C0-9B9E-7648-4489-8D384B6128DE}"/>
                </a:ext>
              </a:extLst>
            </p:cNvPr>
            <p:cNvSpPr/>
            <p:nvPr userDrawn="1"/>
          </p:nvSpPr>
          <p:spPr>
            <a:xfrm rot="5400000">
              <a:off x="94085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05B41331-70FB-5400-FF41-14499E2F27DE}"/>
                </a:ext>
              </a:extLst>
            </p:cNvPr>
            <p:cNvSpPr/>
            <p:nvPr userDrawn="1"/>
          </p:nvSpPr>
          <p:spPr>
            <a:xfrm rot="5400000">
              <a:off x="69320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26E9B550-7B31-E328-4AE8-83B3FEFBF05E}"/>
                </a:ext>
              </a:extLst>
            </p:cNvPr>
            <p:cNvSpPr/>
            <p:nvPr userDrawn="1"/>
          </p:nvSpPr>
          <p:spPr>
            <a:xfrm rot="5400000">
              <a:off x="74273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0BC759BC-80B5-25C7-9E38-3DB6A7CC2F49}"/>
                </a:ext>
              </a:extLst>
            </p:cNvPr>
            <p:cNvSpPr/>
            <p:nvPr userDrawn="1"/>
          </p:nvSpPr>
          <p:spPr>
            <a:xfrm rot="5400000">
              <a:off x="79226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BF946E94-151B-554D-AC19-46C2B8FD3355}"/>
                </a:ext>
              </a:extLst>
            </p:cNvPr>
            <p:cNvSpPr/>
            <p:nvPr userDrawn="1"/>
          </p:nvSpPr>
          <p:spPr>
            <a:xfrm rot="5400000">
              <a:off x="84179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C995E635-3219-FFC6-9C04-928BBE54D360}"/>
                </a:ext>
              </a:extLst>
            </p:cNvPr>
            <p:cNvSpPr/>
            <p:nvPr userDrawn="1"/>
          </p:nvSpPr>
          <p:spPr>
            <a:xfrm rot="5400000">
              <a:off x="89132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097101D2-2BDC-B789-39D5-B2FD9E543E61}"/>
                </a:ext>
              </a:extLst>
            </p:cNvPr>
            <p:cNvSpPr/>
            <p:nvPr userDrawn="1"/>
          </p:nvSpPr>
          <p:spPr>
            <a:xfrm rot="5400000">
              <a:off x="94085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0" name="Title 3">
            <a:extLst>
              <a:ext uri="{FF2B5EF4-FFF2-40B4-BE49-F238E27FC236}">
                <a16:creationId xmlns:a16="http://schemas.microsoft.com/office/drawing/2014/main" id="{CFD62F39-009D-D5A7-973C-DE4D06A91BE8}"/>
              </a:ext>
            </a:extLst>
          </p:cNvPr>
          <p:cNvSpPr>
            <a:spLocks noGrp="1"/>
          </p:cNvSpPr>
          <p:nvPr>
            <p:ph type="title"/>
          </p:nvPr>
        </p:nvSpPr>
        <p:spPr>
          <a:xfrm>
            <a:off x="695325" y="603063"/>
            <a:ext cx="10515600" cy="358775"/>
          </a:xfrm>
        </p:spPr>
        <p:txBody>
          <a:bodyPr/>
          <a:lstStyle/>
          <a:p>
            <a:r>
              <a:rPr lang="en-GB"/>
              <a:t>Click to edit Master title style</a:t>
            </a:r>
          </a:p>
        </p:txBody>
      </p:sp>
    </p:spTree>
    <p:extLst>
      <p:ext uri="{BB962C8B-B14F-4D97-AF65-F5344CB8AC3E}">
        <p14:creationId xmlns:p14="http://schemas.microsoft.com/office/powerpoint/2010/main" val="41043726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ckground 2">
    <p:spTree>
      <p:nvGrpSpPr>
        <p:cNvPr id="1" name=""/>
        <p:cNvGrpSpPr/>
        <p:nvPr/>
      </p:nvGrpSpPr>
      <p:grpSpPr>
        <a:xfrm>
          <a:off x="0" y="0"/>
          <a:ext cx="0" cy="0"/>
          <a:chOff x="0" y="0"/>
          <a:chExt cx="0" cy="0"/>
        </a:xfrm>
      </p:grpSpPr>
      <p:sp>
        <p:nvSpPr>
          <p:cNvPr id="6" name="Right Triangle 5">
            <a:extLst>
              <a:ext uri="{FF2B5EF4-FFF2-40B4-BE49-F238E27FC236}">
                <a16:creationId xmlns:a16="http://schemas.microsoft.com/office/drawing/2014/main" id="{A65A3972-BE94-BD2A-BEA0-9F6E1EC471CB}"/>
              </a:ext>
            </a:extLst>
          </p:cNvPr>
          <p:cNvSpPr/>
          <p:nvPr userDrawn="1"/>
        </p:nvSpPr>
        <p:spPr>
          <a:xfrm rot="16200000">
            <a:off x="4156216" y="-1144075"/>
            <a:ext cx="6891712" cy="9179859"/>
          </a:xfrm>
          <a:prstGeom prst="rtTriangle">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42ABB285-422F-873B-6176-37642A7E57FE}"/>
              </a:ext>
            </a:extLst>
          </p:cNvPr>
          <p:cNvSpPr/>
          <p:nvPr userDrawn="1"/>
        </p:nvSpPr>
        <p:spPr>
          <a:xfrm rot="16200000" flipV="1">
            <a:off x="-238286" y="1555538"/>
            <a:ext cx="5574455" cy="5097889"/>
          </a:xfrm>
          <a:prstGeom prst="rtTriangle">
            <a:avLst/>
          </a:prstGeom>
          <a:gradFill>
            <a:gsLst>
              <a:gs pos="0">
                <a:schemeClr val="accent3"/>
              </a:gs>
              <a:gs pos="53000">
                <a:schemeClr val="accent4"/>
              </a:gs>
              <a:gs pos="99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itle 3">
            <a:extLst>
              <a:ext uri="{FF2B5EF4-FFF2-40B4-BE49-F238E27FC236}">
                <a16:creationId xmlns:a16="http://schemas.microsoft.com/office/drawing/2014/main" id="{CFD62F39-009D-D5A7-973C-DE4D06A91BE8}"/>
              </a:ext>
            </a:extLst>
          </p:cNvPr>
          <p:cNvSpPr>
            <a:spLocks noGrp="1"/>
          </p:cNvSpPr>
          <p:nvPr>
            <p:ph type="title"/>
          </p:nvPr>
        </p:nvSpPr>
        <p:spPr>
          <a:xfrm>
            <a:off x="695325" y="603063"/>
            <a:ext cx="10515600" cy="358775"/>
          </a:xfrm>
        </p:spPr>
        <p:txBody>
          <a:bodyPr/>
          <a:lstStyle/>
          <a:p>
            <a:r>
              <a:rPr lang="en-GB"/>
              <a:t>Click to edit Master title style</a:t>
            </a:r>
          </a:p>
        </p:txBody>
      </p:sp>
      <p:pic>
        <p:nvPicPr>
          <p:cNvPr id="2" name="Picture 1" descr="Logo, company name  Description automatically generated">
            <a:extLst>
              <a:ext uri="{FF2B5EF4-FFF2-40B4-BE49-F238E27FC236}">
                <a16:creationId xmlns:a16="http://schemas.microsoft.com/office/drawing/2014/main" id="{E9B2A913-E5D8-780C-3F8B-FC56615792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5" y="6001883"/>
            <a:ext cx="1045793" cy="428687"/>
          </a:xfrm>
          <a:prstGeom prst="rect">
            <a:avLst/>
          </a:prstGeom>
        </p:spPr>
      </p:pic>
    </p:spTree>
    <p:extLst>
      <p:ext uri="{BB962C8B-B14F-4D97-AF65-F5344CB8AC3E}">
        <p14:creationId xmlns:p14="http://schemas.microsoft.com/office/powerpoint/2010/main" val="35564395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ckground 3">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E936E9BC-A3DC-894C-CD54-49294E6210F5}"/>
              </a:ext>
            </a:extLst>
          </p:cNvPr>
          <p:cNvSpPr/>
          <p:nvPr userDrawn="1"/>
        </p:nvSpPr>
        <p:spPr>
          <a:xfrm>
            <a:off x="0" y="-5"/>
            <a:ext cx="12192000" cy="6857996"/>
          </a:xfrm>
          <a:prstGeom prst="rtTriangle">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42ABB285-422F-873B-6176-37642A7E57FE}"/>
              </a:ext>
            </a:extLst>
          </p:cNvPr>
          <p:cNvSpPr/>
          <p:nvPr userDrawn="1"/>
        </p:nvSpPr>
        <p:spPr>
          <a:xfrm rot="16200000">
            <a:off x="5573038" y="266799"/>
            <a:ext cx="6857995" cy="6379929"/>
          </a:xfrm>
          <a:prstGeom prst="rtTriangle">
            <a:avLst/>
          </a:prstGeom>
          <a:gradFill>
            <a:gsLst>
              <a:gs pos="0">
                <a:schemeClr val="accent3"/>
              </a:gs>
              <a:gs pos="51000">
                <a:schemeClr val="accent4"/>
              </a:gs>
              <a:gs pos="99000">
                <a:schemeClr val="accent1"/>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itle 3">
            <a:extLst>
              <a:ext uri="{FF2B5EF4-FFF2-40B4-BE49-F238E27FC236}">
                <a16:creationId xmlns:a16="http://schemas.microsoft.com/office/drawing/2014/main" id="{CFD62F39-009D-D5A7-973C-DE4D06A91BE8}"/>
              </a:ext>
            </a:extLst>
          </p:cNvPr>
          <p:cNvSpPr>
            <a:spLocks noGrp="1"/>
          </p:cNvSpPr>
          <p:nvPr>
            <p:ph type="title"/>
          </p:nvPr>
        </p:nvSpPr>
        <p:spPr>
          <a:xfrm>
            <a:off x="695325" y="603063"/>
            <a:ext cx="10515600" cy="358775"/>
          </a:xfrm>
        </p:spPr>
        <p:txBody>
          <a:bodyPr/>
          <a:lstStyle/>
          <a:p>
            <a:r>
              <a:rPr lang="en-GB"/>
              <a:t>Click to edit Master title style</a:t>
            </a:r>
          </a:p>
        </p:txBody>
      </p:sp>
      <p:pic>
        <p:nvPicPr>
          <p:cNvPr id="43" name="Picture 42" descr="A picture containing company name  Description automatically generated">
            <a:extLst>
              <a:ext uri="{FF2B5EF4-FFF2-40B4-BE49-F238E27FC236}">
                <a16:creationId xmlns:a16="http://schemas.microsoft.com/office/drawing/2014/main" id="{B206C6B1-68BE-6196-8BD5-EA864EFB99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5" y="6003429"/>
            <a:ext cx="1045793" cy="428687"/>
          </a:xfrm>
          <a:prstGeom prst="rect">
            <a:avLst/>
          </a:prstGeom>
        </p:spPr>
      </p:pic>
      <p:grpSp>
        <p:nvGrpSpPr>
          <p:cNvPr id="45" name="Group 44">
            <a:extLst>
              <a:ext uri="{FF2B5EF4-FFF2-40B4-BE49-F238E27FC236}">
                <a16:creationId xmlns:a16="http://schemas.microsoft.com/office/drawing/2014/main" id="{8E935379-0AAC-B662-474E-6886E4BB9953}"/>
              </a:ext>
            </a:extLst>
          </p:cNvPr>
          <p:cNvGrpSpPr/>
          <p:nvPr userDrawn="1"/>
        </p:nvGrpSpPr>
        <p:grpSpPr>
          <a:xfrm>
            <a:off x="10623496" y="2366225"/>
            <a:ext cx="289042" cy="4491766"/>
            <a:chOff x="10623496" y="1449387"/>
            <a:chExt cx="289042" cy="4491766"/>
          </a:xfrm>
        </p:grpSpPr>
        <p:sp>
          <p:nvSpPr>
            <p:cNvPr id="46" name="Oval 45">
              <a:extLst>
                <a:ext uri="{FF2B5EF4-FFF2-40B4-BE49-F238E27FC236}">
                  <a16:creationId xmlns:a16="http://schemas.microsoft.com/office/drawing/2014/main" id="{406A2FC5-9464-0BA8-6979-3F80AA3938EB}"/>
                </a:ext>
              </a:extLst>
            </p:cNvPr>
            <p:cNvSpPr/>
            <p:nvPr/>
          </p:nvSpPr>
          <p:spPr>
            <a:xfrm rot="5400000">
              <a:off x="10623496" y="1449387"/>
              <a:ext cx="289042" cy="289042"/>
            </a:xfrm>
            <a:prstGeom prst="ellipse">
              <a:avLst/>
            </a:prstGeom>
            <a:no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7" name="Straight Connector 46">
              <a:extLst>
                <a:ext uri="{FF2B5EF4-FFF2-40B4-BE49-F238E27FC236}">
                  <a16:creationId xmlns:a16="http://schemas.microsoft.com/office/drawing/2014/main" id="{8206E004-4EF8-3A39-1ABE-37559D35E102}"/>
                </a:ext>
              </a:extLst>
            </p:cNvPr>
            <p:cNvCxnSpPr>
              <a:cxnSpLocks/>
            </p:cNvCxnSpPr>
            <p:nvPr/>
          </p:nvCxnSpPr>
          <p:spPr>
            <a:xfrm>
              <a:off x="10768018" y="1738430"/>
              <a:ext cx="0" cy="4202723"/>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79E3EB78-BBC6-D37B-83DC-14C42534BB70}"/>
              </a:ext>
            </a:extLst>
          </p:cNvPr>
          <p:cNvGrpSpPr/>
          <p:nvPr userDrawn="1"/>
        </p:nvGrpSpPr>
        <p:grpSpPr>
          <a:xfrm>
            <a:off x="7428420" y="5760130"/>
            <a:ext cx="289042" cy="1097872"/>
            <a:chOff x="8820822" y="5760130"/>
            <a:chExt cx="289042" cy="1097872"/>
          </a:xfrm>
        </p:grpSpPr>
        <p:sp>
          <p:nvSpPr>
            <p:cNvPr id="49" name="Oval 48">
              <a:extLst>
                <a:ext uri="{FF2B5EF4-FFF2-40B4-BE49-F238E27FC236}">
                  <a16:creationId xmlns:a16="http://schemas.microsoft.com/office/drawing/2014/main" id="{56D54585-9275-D939-8BA7-7305CBF9B771}"/>
                </a:ext>
              </a:extLst>
            </p:cNvPr>
            <p:cNvSpPr/>
            <p:nvPr/>
          </p:nvSpPr>
          <p:spPr>
            <a:xfrm rot="5400000">
              <a:off x="8820822" y="5760130"/>
              <a:ext cx="289042" cy="289042"/>
            </a:xfrm>
            <a:prstGeom prst="ellipse">
              <a:avLst/>
            </a:prstGeom>
            <a:no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0" name="Straight Connector 49">
              <a:extLst>
                <a:ext uri="{FF2B5EF4-FFF2-40B4-BE49-F238E27FC236}">
                  <a16:creationId xmlns:a16="http://schemas.microsoft.com/office/drawing/2014/main" id="{D977DF38-4DF9-153F-AF12-498653673DD5}"/>
                </a:ext>
              </a:extLst>
            </p:cNvPr>
            <p:cNvCxnSpPr>
              <a:cxnSpLocks/>
            </p:cNvCxnSpPr>
            <p:nvPr/>
          </p:nvCxnSpPr>
          <p:spPr>
            <a:xfrm>
              <a:off x="8965344" y="6049173"/>
              <a:ext cx="0" cy="808829"/>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grpSp>
      <p:cxnSp>
        <p:nvCxnSpPr>
          <p:cNvPr id="51" name="Straight Connector 50">
            <a:extLst>
              <a:ext uri="{FF2B5EF4-FFF2-40B4-BE49-F238E27FC236}">
                <a16:creationId xmlns:a16="http://schemas.microsoft.com/office/drawing/2014/main" id="{0DD4E7DB-1D1A-C4A3-4692-564DF6A85F2F}"/>
              </a:ext>
            </a:extLst>
          </p:cNvPr>
          <p:cNvCxnSpPr>
            <a:cxnSpLocks/>
          </p:cNvCxnSpPr>
          <p:nvPr userDrawn="1"/>
        </p:nvCxnSpPr>
        <p:spPr>
          <a:xfrm>
            <a:off x="7201660" y="6191362"/>
            <a:ext cx="0" cy="666640"/>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680296F-0AE1-B47D-38C1-DD005CDDDE7B}"/>
              </a:ext>
            </a:extLst>
          </p:cNvPr>
          <p:cNvCxnSpPr>
            <a:cxnSpLocks/>
          </p:cNvCxnSpPr>
          <p:nvPr userDrawn="1"/>
        </p:nvCxnSpPr>
        <p:spPr>
          <a:xfrm>
            <a:off x="10445298" y="3456763"/>
            <a:ext cx="0" cy="3401228"/>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5BC319B-BF62-50B7-E761-613D7DCAA22D}"/>
              </a:ext>
            </a:extLst>
          </p:cNvPr>
          <p:cNvCxnSpPr>
            <a:cxnSpLocks/>
          </p:cNvCxnSpPr>
          <p:nvPr userDrawn="1"/>
        </p:nvCxnSpPr>
        <p:spPr>
          <a:xfrm>
            <a:off x="11324864" y="4266769"/>
            <a:ext cx="0" cy="2591233"/>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F793A3D-9905-ED5F-5EE1-9139976CFA4D}"/>
              </a:ext>
            </a:extLst>
          </p:cNvPr>
          <p:cNvCxnSpPr>
            <a:cxnSpLocks/>
          </p:cNvCxnSpPr>
          <p:nvPr userDrawn="1"/>
        </p:nvCxnSpPr>
        <p:spPr>
          <a:xfrm>
            <a:off x="6975237" y="6339407"/>
            <a:ext cx="0" cy="518593"/>
          </a:xfrm>
          <a:prstGeom prst="line">
            <a:avLst/>
          </a:prstGeom>
          <a:ln w="88900" cap="rnd">
            <a:solidFill>
              <a:schemeClr val="bg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0929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ckground 4">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983B1E71-706B-B932-1101-13A9B42BAFAD}"/>
              </a:ext>
            </a:extLst>
          </p:cNvPr>
          <p:cNvGrpSpPr/>
          <p:nvPr userDrawn="1"/>
        </p:nvGrpSpPr>
        <p:grpSpPr>
          <a:xfrm>
            <a:off x="6669395" y="1391954"/>
            <a:ext cx="5183833" cy="4761963"/>
            <a:chOff x="6669395" y="1391954"/>
            <a:chExt cx="5183833" cy="4761963"/>
          </a:xfrm>
        </p:grpSpPr>
        <p:sp>
          <p:nvSpPr>
            <p:cNvPr id="9" name="Freeform 8">
              <a:extLst>
                <a:ext uri="{FF2B5EF4-FFF2-40B4-BE49-F238E27FC236}">
                  <a16:creationId xmlns:a16="http://schemas.microsoft.com/office/drawing/2014/main" id="{85CD4B5B-4FF3-57EF-27DF-E62B562D592E}"/>
                </a:ext>
              </a:extLst>
            </p:cNvPr>
            <p:cNvSpPr/>
            <p:nvPr/>
          </p:nvSpPr>
          <p:spPr>
            <a:xfrm>
              <a:off x="7472730" y="2000089"/>
              <a:ext cx="4380498" cy="4153828"/>
            </a:xfrm>
            <a:custGeom>
              <a:avLst/>
              <a:gdLst>
                <a:gd name="connsiteX0" fmla="*/ 4099454 w 4380498"/>
                <a:gd name="connsiteY0" fmla="*/ 3334512 h 4153828"/>
                <a:gd name="connsiteX1" fmla="*/ 3586333 w 4380498"/>
                <a:gd name="connsiteY1" fmla="*/ 3983736 h 4153828"/>
                <a:gd name="connsiteX2" fmla="*/ 2582719 w 4380498"/>
                <a:gd name="connsiteY2" fmla="*/ 4149566 h 4153828"/>
                <a:gd name="connsiteX3" fmla="*/ 1367467 w 4380498"/>
                <a:gd name="connsiteY3" fmla="*/ 4099751 h 4153828"/>
                <a:gd name="connsiteX4" fmla="*/ 642423 w 4380498"/>
                <a:gd name="connsiteY4" fmla="*/ 3980974 h 4153828"/>
                <a:gd name="connsiteX5" fmla="*/ 0 w 4380498"/>
                <a:gd name="connsiteY5" fmla="*/ 3465957 h 4153828"/>
                <a:gd name="connsiteX6" fmla="*/ 3459598 w 4380498"/>
                <a:gd name="connsiteY6" fmla="*/ 0 h 4153828"/>
                <a:gd name="connsiteX7" fmla="*/ 4021492 w 4380498"/>
                <a:gd name="connsiteY7" fmla="*/ 657225 h 4153828"/>
                <a:gd name="connsiteX8" fmla="*/ 4099454 w 4380498"/>
                <a:gd name="connsiteY8" fmla="*/ 3334512 h 415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0498" h="4153828">
                  <a:moveTo>
                    <a:pt x="4099454" y="3334512"/>
                  </a:moveTo>
                  <a:cubicBezTo>
                    <a:pt x="3982797" y="3589211"/>
                    <a:pt x="3825067" y="3837718"/>
                    <a:pt x="3586333" y="3983736"/>
                  </a:cubicBezTo>
                  <a:cubicBezTo>
                    <a:pt x="3292645" y="4163473"/>
                    <a:pt x="2926701" y="4160615"/>
                    <a:pt x="2582719" y="4149566"/>
                  </a:cubicBezTo>
                  <a:cubicBezTo>
                    <a:pt x="2177508" y="4136613"/>
                    <a:pt x="1772393" y="4120039"/>
                    <a:pt x="1367467" y="4099751"/>
                  </a:cubicBezTo>
                  <a:cubicBezTo>
                    <a:pt x="1121698" y="4087463"/>
                    <a:pt x="870794" y="4072700"/>
                    <a:pt x="642423" y="3980974"/>
                  </a:cubicBezTo>
                  <a:cubicBezTo>
                    <a:pt x="384199" y="3877247"/>
                    <a:pt x="177125" y="3684651"/>
                    <a:pt x="0" y="3465957"/>
                  </a:cubicBezTo>
                  <a:lnTo>
                    <a:pt x="3459598" y="0"/>
                  </a:lnTo>
                  <a:cubicBezTo>
                    <a:pt x="3683595" y="183833"/>
                    <a:pt x="3875932" y="406432"/>
                    <a:pt x="4021492" y="657225"/>
                  </a:cubicBezTo>
                  <a:cubicBezTo>
                    <a:pt x="4487076" y="1459325"/>
                    <a:pt x="4485555" y="2491169"/>
                    <a:pt x="4099454" y="3334512"/>
                  </a:cubicBezTo>
                  <a:close/>
                </a:path>
              </a:pathLst>
            </a:custGeom>
            <a:gradFill flip="none" rotWithShape="1">
              <a:gsLst>
                <a:gs pos="0">
                  <a:schemeClr val="accent4"/>
                </a:gs>
                <a:gs pos="76000">
                  <a:schemeClr val="accent1"/>
                </a:gs>
              </a:gsLst>
              <a:lin ang="13500000" scaled="1"/>
              <a:tileRect/>
            </a:gradFill>
            <a:ln w="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416D1EE1-525D-EC6D-5A6A-9FD0CB295F25}"/>
                </a:ext>
              </a:extLst>
            </p:cNvPr>
            <p:cNvSpPr/>
            <p:nvPr/>
          </p:nvSpPr>
          <p:spPr>
            <a:xfrm>
              <a:off x="6669395" y="1391954"/>
              <a:ext cx="4262932" cy="4074091"/>
            </a:xfrm>
            <a:custGeom>
              <a:avLst/>
              <a:gdLst>
                <a:gd name="connsiteX0" fmla="*/ 4262933 w 4262932"/>
                <a:gd name="connsiteY0" fmla="*/ 608135 h 4074091"/>
                <a:gd name="connsiteX1" fmla="*/ 803336 w 4262932"/>
                <a:gd name="connsiteY1" fmla="*/ 4074092 h 4074091"/>
                <a:gd name="connsiteX2" fmla="*/ 616703 w 4262932"/>
                <a:gd name="connsiteY2" fmla="*/ 3822060 h 4074091"/>
                <a:gd name="connsiteX3" fmla="*/ 87039 w 4262932"/>
                <a:gd name="connsiteY3" fmla="*/ 2774024 h 4074091"/>
                <a:gd name="connsiteX4" fmla="*/ 95976 w 4262932"/>
                <a:gd name="connsiteY4" fmla="*/ 1613880 h 4074091"/>
                <a:gd name="connsiteX5" fmla="*/ 771866 w 4262932"/>
                <a:gd name="connsiteY5" fmla="*/ 692621 h 4074091"/>
                <a:gd name="connsiteX6" fmla="*/ 1598640 w 4262932"/>
                <a:gd name="connsiteY6" fmla="*/ 110549 h 4074091"/>
                <a:gd name="connsiteX7" fmla="*/ 2494724 w 4262932"/>
                <a:gd name="connsiteY7" fmla="*/ 28157 h 4074091"/>
                <a:gd name="connsiteX8" fmla="*/ 3809424 w 4262932"/>
                <a:gd name="connsiteY8" fmla="*/ 310669 h 4074091"/>
                <a:gd name="connsiteX9" fmla="*/ 4262933 w 4262932"/>
                <a:gd name="connsiteY9" fmla="*/ 608135 h 407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62932" h="4074091">
                  <a:moveTo>
                    <a:pt x="4262933" y="608135"/>
                  </a:moveTo>
                  <a:lnTo>
                    <a:pt x="803336" y="4074092"/>
                  </a:lnTo>
                  <a:cubicBezTo>
                    <a:pt x="737258" y="3992653"/>
                    <a:pt x="675459" y="3907595"/>
                    <a:pt x="616703" y="3822060"/>
                  </a:cubicBezTo>
                  <a:cubicBezTo>
                    <a:pt x="393942" y="3498210"/>
                    <a:pt x="196280" y="3151786"/>
                    <a:pt x="87039" y="2774024"/>
                  </a:cubicBezTo>
                  <a:cubicBezTo>
                    <a:pt x="-22298" y="2396358"/>
                    <a:pt x="-38651" y="1983354"/>
                    <a:pt x="95976" y="1613880"/>
                  </a:cubicBezTo>
                  <a:cubicBezTo>
                    <a:pt x="227655" y="1252501"/>
                    <a:pt x="492249" y="956273"/>
                    <a:pt x="771866" y="692621"/>
                  </a:cubicBezTo>
                  <a:cubicBezTo>
                    <a:pt x="1018396" y="460021"/>
                    <a:pt x="1286413" y="241994"/>
                    <a:pt x="1598640" y="110549"/>
                  </a:cubicBezTo>
                  <a:cubicBezTo>
                    <a:pt x="1895180" y="-14229"/>
                    <a:pt x="2182117" y="-20325"/>
                    <a:pt x="2494724" y="28157"/>
                  </a:cubicBezTo>
                  <a:cubicBezTo>
                    <a:pt x="2959071" y="100166"/>
                    <a:pt x="3375786" y="89308"/>
                    <a:pt x="3809424" y="310669"/>
                  </a:cubicBezTo>
                  <a:cubicBezTo>
                    <a:pt x="3970482" y="392965"/>
                    <a:pt x="4122887" y="492882"/>
                    <a:pt x="4262933" y="608135"/>
                  </a:cubicBezTo>
                  <a:close/>
                </a:path>
              </a:pathLst>
            </a:custGeom>
            <a:solidFill>
              <a:schemeClr val="tx2"/>
            </a:solidFill>
            <a:ln w="0" cap="flat">
              <a:noFill/>
              <a:prstDash val="solid"/>
              <a:miter/>
            </a:ln>
          </p:spPr>
          <p:txBody>
            <a:bodyPr rtlCol="0" anchor="ctr"/>
            <a:lstStyle/>
            <a:p>
              <a:endParaRPr lang="en-GB"/>
            </a:p>
          </p:txBody>
        </p:sp>
      </p:grpSp>
      <p:grpSp>
        <p:nvGrpSpPr>
          <p:cNvPr id="39" name="Group 38">
            <a:extLst>
              <a:ext uri="{FF2B5EF4-FFF2-40B4-BE49-F238E27FC236}">
                <a16:creationId xmlns:a16="http://schemas.microsoft.com/office/drawing/2014/main" id="{ED36F615-6EE9-7578-296C-4FBC1AAF2972}"/>
              </a:ext>
            </a:extLst>
          </p:cNvPr>
          <p:cNvGrpSpPr/>
          <p:nvPr userDrawn="1"/>
        </p:nvGrpSpPr>
        <p:grpSpPr>
          <a:xfrm>
            <a:off x="9478500" y="4101983"/>
            <a:ext cx="1690407" cy="1325558"/>
            <a:chOff x="6932030" y="549275"/>
            <a:chExt cx="2765542" cy="2168642"/>
          </a:xfrm>
        </p:grpSpPr>
        <p:sp>
          <p:nvSpPr>
            <p:cNvPr id="8" name="Oval 7">
              <a:extLst>
                <a:ext uri="{FF2B5EF4-FFF2-40B4-BE49-F238E27FC236}">
                  <a16:creationId xmlns:a16="http://schemas.microsoft.com/office/drawing/2014/main" id="{AD58DB70-43D9-F583-162D-92BA83034A5A}"/>
                </a:ext>
              </a:extLst>
            </p:cNvPr>
            <p:cNvSpPr/>
            <p:nvPr userDrawn="1"/>
          </p:nvSpPr>
          <p:spPr>
            <a:xfrm rot="5400000">
              <a:off x="69320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B3A6F1CB-F24E-7E4B-0E85-4950B7069D81}"/>
                </a:ext>
              </a:extLst>
            </p:cNvPr>
            <p:cNvSpPr/>
            <p:nvPr userDrawn="1"/>
          </p:nvSpPr>
          <p:spPr>
            <a:xfrm rot="5400000">
              <a:off x="74273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51B335E-7380-4208-C801-79B3BF299E8D}"/>
                </a:ext>
              </a:extLst>
            </p:cNvPr>
            <p:cNvSpPr/>
            <p:nvPr userDrawn="1"/>
          </p:nvSpPr>
          <p:spPr>
            <a:xfrm rot="5400000">
              <a:off x="79226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3608058-06EE-99A9-7E92-DA462468326B}"/>
                </a:ext>
              </a:extLst>
            </p:cNvPr>
            <p:cNvSpPr/>
            <p:nvPr userDrawn="1"/>
          </p:nvSpPr>
          <p:spPr>
            <a:xfrm rot="5400000">
              <a:off x="84179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F400DF3D-DB8D-1C45-6960-46444894E053}"/>
                </a:ext>
              </a:extLst>
            </p:cNvPr>
            <p:cNvSpPr/>
            <p:nvPr userDrawn="1"/>
          </p:nvSpPr>
          <p:spPr>
            <a:xfrm rot="5400000">
              <a:off x="89132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6673F7D8-83EB-8F26-1D92-D0C286E65474}"/>
                </a:ext>
              </a:extLst>
            </p:cNvPr>
            <p:cNvSpPr/>
            <p:nvPr userDrawn="1"/>
          </p:nvSpPr>
          <p:spPr>
            <a:xfrm rot="5400000">
              <a:off x="9408530" y="5492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4024E46F-A3A8-57B0-83C4-B57E10F82290}"/>
                </a:ext>
              </a:extLst>
            </p:cNvPr>
            <p:cNvSpPr/>
            <p:nvPr userDrawn="1"/>
          </p:nvSpPr>
          <p:spPr>
            <a:xfrm rot="5400000">
              <a:off x="69320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E8D124B7-984B-6A6C-E072-64576312E71F}"/>
                </a:ext>
              </a:extLst>
            </p:cNvPr>
            <p:cNvSpPr/>
            <p:nvPr userDrawn="1"/>
          </p:nvSpPr>
          <p:spPr>
            <a:xfrm rot="5400000">
              <a:off x="74273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8D610D44-3C14-FC61-0151-EFE814224497}"/>
                </a:ext>
              </a:extLst>
            </p:cNvPr>
            <p:cNvSpPr/>
            <p:nvPr userDrawn="1"/>
          </p:nvSpPr>
          <p:spPr>
            <a:xfrm rot="5400000">
              <a:off x="79226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B954E6FC-46B8-26D4-06D5-DB84102B770E}"/>
                </a:ext>
              </a:extLst>
            </p:cNvPr>
            <p:cNvSpPr/>
            <p:nvPr userDrawn="1"/>
          </p:nvSpPr>
          <p:spPr>
            <a:xfrm rot="5400000">
              <a:off x="84179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0118CAF4-77CA-96BD-EA49-C5484F26D573}"/>
                </a:ext>
              </a:extLst>
            </p:cNvPr>
            <p:cNvSpPr/>
            <p:nvPr userDrawn="1"/>
          </p:nvSpPr>
          <p:spPr>
            <a:xfrm rot="5400000">
              <a:off x="89132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9D367699-E6B6-375C-7A55-0364F4A33D6F}"/>
                </a:ext>
              </a:extLst>
            </p:cNvPr>
            <p:cNvSpPr/>
            <p:nvPr userDrawn="1"/>
          </p:nvSpPr>
          <p:spPr>
            <a:xfrm rot="5400000">
              <a:off x="9408530" y="10191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AEB6AAF1-CE8B-1EA4-1BCD-DCEF8EB560F8}"/>
                </a:ext>
              </a:extLst>
            </p:cNvPr>
            <p:cNvSpPr/>
            <p:nvPr userDrawn="1"/>
          </p:nvSpPr>
          <p:spPr>
            <a:xfrm rot="5400000">
              <a:off x="69320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BEC86441-90B2-A8E5-4E00-E6415A6F0475}"/>
                </a:ext>
              </a:extLst>
            </p:cNvPr>
            <p:cNvSpPr/>
            <p:nvPr userDrawn="1"/>
          </p:nvSpPr>
          <p:spPr>
            <a:xfrm rot="5400000">
              <a:off x="74273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1376FD17-DBD3-8DDE-99B8-94FD59E45F56}"/>
                </a:ext>
              </a:extLst>
            </p:cNvPr>
            <p:cNvSpPr/>
            <p:nvPr userDrawn="1"/>
          </p:nvSpPr>
          <p:spPr>
            <a:xfrm rot="5400000">
              <a:off x="79226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564A8D41-28C0-5249-1F93-CF467CB78D22}"/>
                </a:ext>
              </a:extLst>
            </p:cNvPr>
            <p:cNvSpPr/>
            <p:nvPr userDrawn="1"/>
          </p:nvSpPr>
          <p:spPr>
            <a:xfrm rot="5400000">
              <a:off x="84179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BAA01F50-936F-E929-8863-BAEE2A9B52A6}"/>
                </a:ext>
              </a:extLst>
            </p:cNvPr>
            <p:cNvSpPr/>
            <p:nvPr userDrawn="1"/>
          </p:nvSpPr>
          <p:spPr>
            <a:xfrm rot="5400000">
              <a:off x="89132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8B7BBFAB-C6BD-A8EF-8942-B03936908D2C}"/>
                </a:ext>
              </a:extLst>
            </p:cNvPr>
            <p:cNvSpPr/>
            <p:nvPr userDrawn="1"/>
          </p:nvSpPr>
          <p:spPr>
            <a:xfrm rot="5400000">
              <a:off x="9408530" y="14890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1EFBCF00-73D2-9ED4-5F93-8E88D4D4E24D}"/>
                </a:ext>
              </a:extLst>
            </p:cNvPr>
            <p:cNvSpPr/>
            <p:nvPr userDrawn="1"/>
          </p:nvSpPr>
          <p:spPr>
            <a:xfrm rot="5400000">
              <a:off x="69320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139AE6F6-278B-FC76-365C-01572B593117}"/>
                </a:ext>
              </a:extLst>
            </p:cNvPr>
            <p:cNvSpPr/>
            <p:nvPr userDrawn="1"/>
          </p:nvSpPr>
          <p:spPr>
            <a:xfrm rot="5400000">
              <a:off x="74273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FFCA4BBE-C6CC-067C-9989-4E18000E943E}"/>
                </a:ext>
              </a:extLst>
            </p:cNvPr>
            <p:cNvSpPr/>
            <p:nvPr userDrawn="1"/>
          </p:nvSpPr>
          <p:spPr>
            <a:xfrm rot="5400000">
              <a:off x="79226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CAD4AC8D-B1C0-134F-43C1-83E780093CB0}"/>
                </a:ext>
              </a:extLst>
            </p:cNvPr>
            <p:cNvSpPr/>
            <p:nvPr userDrawn="1"/>
          </p:nvSpPr>
          <p:spPr>
            <a:xfrm rot="5400000">
              <a:off x="84179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1CDAEF73-DE87-1BEB-9812-0A0DDB8FB80B}"/>
                </a:ext>
              </a:extLst>
            </p:cNvPr>
            <p:cNvSpPr/>
            <p:nvPr userDrawn="1"/>
          </p:nvSpPr>
          <p:spPr>
            <a:xfrm rot="5400000">
              <a:off x="89132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74AA09C0-9B9E-7648-4489-8D384B6128DE}"/>
                </a:ext>
              </a:extLst>
            </p:cNvPr>
            <p:cNvSpPr/>
            <p:nvPr userDrawn="1"/>
          </p:nvSpPr>
          <p:spPr>
            <a:xfrm rot="5400000">
              <a:off x="9408530" y="19589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05B41331-70FB-5400-FF41-14499E2F27DE}"/>
                </a:ext>
              </a:extLst>
            </p:cNvPr>
            <p:cNvSpPr/>
            <p:nvPr userDrawn="1"/>
          </p:nvSpPr>
          <p:spPr>
            <a:xfrm rot="5400000">
              <a:off x="69320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26E9B550-7B31-E328-4AE8-83B3FEFBF05E}"/>
                </a:ext>
              </a:extLst>
            </p:cNvPr>
            <p:cNvSpPr/>
            <p:nvPr userDrawn="1"/>
          </p:nvSpPr>
          <p:spPr>
            <a:xfrm rot="5400000">
              <a:off x="74273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0BC759BC-80B5-25C7-9E38-3DB6A7CC2F49}"/>
                </a:ext>
              </a:extLst>
            </p:cNvPr>
            <p:cNvSpPr/>
            <p:nvPr userDrawn="1"/>
          </p:nvSpPr>
          <p:spPr>
            <a:xfrm rot="5400000">
              <a:off x="79226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BF946E94-151B-554D-AC19-46C2B8FD3355}"/>
                </a:ext>
              </a:extLst>
            </p:cNvPr>
            <p:cNvSpPr/>
            <p:nvPr userDrawn="1"/>
          </p:nvSpPr>
          <p:spPr>
            <a:xfrm rot="5400000">
              <a:off x="84179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C995E635-3219-FFC6-9C04-928BBE54D360}"/>
                </a:ext>
              </a:extLst>
            </p:cNvPr>
            <p:cNvSpPr/>
            <p:nvPr userDrawn="1"/>
          </p:nvSpPr>
          <p:spPr>
            <a:xfrm rot="5400000">
              <a:off x="89132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097101D2-2BDC-B789-39D5-B2FD9E543E61}"/>
                </a:ext>
              </a:extLst>
            </p:cNvPr>
            <p:cNvSpPr/>
            <p:nvPr userDrawn="1"/>
          </p:nvSpPr>
          <p:spPr>
            <a:xfrm rot="5400000">
              <a:off x="9408530" y="2428875"/>
              <a:ext cx="289042" cy="289042"/>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Title 3">
            <a:extLst>
              <a:ext uri="{FF2B5EF4-FFF2-40B4-BE49-F238E27FC236}">
                <a16:creationId xmlns:a16="http://schemas.microsoft.com/office/drawing/2014/main" id="{BD714C20-8981-0278-A296-E2E27B9144D0}"/>
              </a:ext>
            </a:extLst>
          </p:cNvPr>
          <p:cNvSpPr>
            <a:spLocks noGrp="1"/>
          </p:cNvSpPr>
          <p:nvPr userDrawn="1">
            <p:ph type="title"/>
          </p:nvPr>
        </p:nvSpPr>
        <p:spPr>
          <a:xfrm>
            <a:off x="695325" y="603063"/>
            <a:ext cx="10515600" cy="358775"/>
          </a:xfrm>
        </p:spPr>
        <p:txBody>
          <a:bodyPr/>
          <a:lstStyle/>
          <a:p>
            <a:r>
              <a:rPr lang="en-GB"/>
              <a:t>Click to edit Master title style</a:t>
            </a:r>
          </a:p>
        </p:txBody>
      </p:sp>
    </p:spTree>
    <p:extLst>
      <p:ext uri="{BB962C8B-B14F-4D97-AF65-F5344CB8AC3E}">
        <p14:creationId xmlns:p14="http://schemas.microsoft.com/office/powerpoint/2010/main" val="37956825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 Gradient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8127600" y="0"/>
            <a:ext cx="4064400" cy="6858000"/>
          </a:xfrm>
          <a:prstGeom prst="rect">
            <a:avLst/>
          </a:prstGeom>
          <a:gradFill flip="none" rotWithShape="1">
            <a:gsLst>
              <a:gs pos="100000">
                <a:schemeClr val="accent1"/>
              </a:gs>
              <a:gs pos="42000">
                <a:srgbClr val="35ADE3"/>
              </a:gs>
              <a:gs pos="0">
                <a:schemeClr val="tx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60780377"/>
      </p:ext>
    </p:extLst>
  </p:cSld>
  <p:clrMapOvr>
    <a:masterClrMapping/>
  </p:clrMapOvr>
  <p:extLst>
    <p:ext uri="{DCECCB84-F9BA-43D5-87BE-67443E8EF086}">
      <p15:sldGuideLst xmlns:p15="http://schemas.microsoft.com/office/powerpoint/2012/main">
        <p15:guide id="1" pos="4679">
          <p15:clr>
            <a:srgbClr val="FBAE40"/>
          </p15:clr>
        </p15:guide>
        <p15:guide id="2" pos="55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 Gradient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4761308"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4761308"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4064400" cy="6858000"/>
          </a:xfrm>
          <a:prstGeom prst="rect">
            <a:avLst/>
          </a:prstGeom>
          <a:gradFill flip="none" rotWithShape="1">
            <a:gsLst>
              <a:gs pos="100000">
                <a:schemeClr val="accent1"/>
              </a:gs>
              <a:gs pos="49000">
                <a:srgbClr val="35ADE3"/>
              </a:gs>
              <a:gs pos="0">
                <a:schemeClr val="tx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52595675"/>
      </p:ext>
    </p:extLst>
  </p:cSld>
  <p:clrMapOvr>
    <a:masterClrMapping/>
  </p:clrMapOvr>
  <p:extLst>
    <p:ext uri="{DCECCB84-F9BA-43D5-87BE-67443E8EF086}">
      <p15:sldGuideLst xmlns:p15="http://schemas.microsoft.com/office/powerpoint/2012/main">
        <p15:guide id="1" pos="2992">
          <p15:clr>
            <a:srgbClr val="FBAE40"/>
          </p15:clr>
        </p15:guide>
        <p15:guide id="2" pos="211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 Gradient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790124"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790124"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6094800" cy="6858000"/>
          </a:xfrm>
          <a:prstGeom prst="rect">
            <a:avLst/>
          </a:prstGeom>
          <a:gradFill flip="none" rotWithShape="1">
            <a:gsLst>
              <a:gs pos="0">
                <a:schemeClr val="accent3"/>
              </a:gs>
              <a:gs pos="100000">
                <a:schemeClr val="accent1"/>
              </a:gs>
              <a:gs pos="42000">
                <a:schemeClr val="accent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2372969"/>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2 Gradient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95325"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Rectangle 4">
            <a:extLst>
              <a:ext uri="{FF2B5EF4-FFF2-40B4-BE49-F238E27FC236}">
                <a16:creationId xmlns:a16="http://schemas.microsoft.com/office/drawing/2014/main" id="{572A1324-7192-99D6-DAB1-460C7570750D}"/>
              </a:ext>
            </a:extLst>
          </p:cNvPr>
          <p:cNvSpPr/>
          <p:nvPr userDrawn="1"/>
        </p:nvSpPr>
        <p:spPr>
          <a:xfrm>
            <a:off x="6097200" y="0"/>
            <a:ext cx="6094800" cy="6858000"/>
          </a:xfrm>
          <a:prstGeom prst="rect">
            <a:avLst/>
          </a:prstGeom>
          <a:gradFill flip="none" rotWithShape="1">
            <a:gsLst>
              <a:gs pos="0">
                <a:schemeClr val="accent3"/>
              </a:gs>
              <a:gs pos="100000">
                <a:schemeClr val="accent1"/>
              </a:gs>
              <a:gs pos="42000">
                <a:schemeClr val="accent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98785677"/>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3 Mid blue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8127600" y="0"/>
            <a:ext cx="406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78716424"/>
      </p:ext>
    </p:extLst>
  </p:cSld>
  <p:clrMapOvr>
    <a:masterClrMapping/>
  </p:clrMapOvr>
  <p:extLst>
    <p:ext uri="{DCECCB84-F9BA-43D5-87BE-67443E8EF086}">
      <p15:sldGuideLst xmlns:p15="http://schemas.microsoft.com/office/powerpoint/2012/main">
        <p15:guide id="1" pos="4679">
          <p15:clr>
            <a:srgbClr val="FBAE40"/>
          </p15:clr>
        </p15:guide>
        <p15:guide id="2" pos="556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 Mid blue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4761308"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4761308"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406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23869517"/>
      </p:ext>
    </p:extLst>
  </p:cSld>
  <p:clrMapOvr>
    <a:masterClrMapping/>
  </p:clrMapOvr>
  <p:extLst>
    <p:ext uri="{DCECCB84-F9BA-43D5-87BE-67443E8EF086}">
      <p15:sldGuideLst xmlns:p15="http://schemas.microsoft.com/office/powerpoint/2012/main">
        <p15:guide id="1" pos="2992">
          <p15:clr>
            <a:srgbClr val="FBAE40"/>
          </p15:clr>
        </p15:guide>
        <p15:guide id="2" pos="21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Mid blue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790124"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790124"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60948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61005221"/>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 Mid blue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95325"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6097200" y="0"/>
            <a:ext cx="60948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64385414"/>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3 Light blue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8127600" y="0"/>
            <a:ext cx="40644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72491852"/>
      </p:ext>
    </p:extLst>
  </p:cSld>
  <p:clrMapOvr>
    <a:masterClrMapping/>
  </p:clrMapOvr>
  <p:extLst>
    <p:ext uri="{DCECCB84-F9BA-43D5-87BE-67443E8EF086}">
      <p15:sldGuideLst xmlns:p15="http://schemas.microsoft.com/office/powerpoint/2012/main">
        <p15:guide id="1" pos="4679">
          <p15:clr>
            <a:srgbClr val="FBAE40"/>
          </p15:clr>
        </p15:guide>
        <p15:guide id="2" pos="556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3 Light blue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4761308"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4761308"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40644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5172142"/>
      </p:ext>
    </p:extLst>
  </p:cSld>
  <p:clrMapOvr>
    <a:masterClrMapping/>
  </p:clrMapOvr>
  <p:extLst>
    <p:ext uri="{DCECCB84-F9BA-43D5-87BE-67443E8EF086}">
      <p15:sldGuideLst xmlns:p15="http://schemas.microsoft.com/office/powerpoint/2012/main">
        <p15:guide id="1" pos="2992">
          <p15:clr>
            <a:srgbClr val="FBAE40"/>
          </p15:clr>
        </p15:guide>
        <p15:guide id="2" pos="211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2 Light blue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790124"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790124"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60948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75641216"/>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 Light blue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95325"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6097200" y="0"/>
            <a:ext cx="60948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30959744"/>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3 Green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8127600" y="0"/>
            <a:ext cx="40644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1558186"/>
      </p:ext>
    </p:extLst>
  </p:cSld>
  <p:clrMapOvr>
    <a:masterClrMapping/>
  </p:clrMapOvr>
  <p:extLst>
    <p:ext uri="{DCECCB84-F9BA-43D5-87BE-67443E8EF086}">
      <p15:sldGuideLst xmlns:p15="http://schemas.microsoft.com/office/powerpoint/2012/main">
        <p15:guide id="1" pos="4679">
          <p15:clr>
            <a:srgbClr val="FBAE40"/>
          </p15:clr>
        </p15:guide>
        <p15:guide id="2" pos="556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3 Green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4761308"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4761308"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40644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58227032"/>
      </p:ext>
    </p:extLst>
  </p:cSld>
  <p:clrMapOvr>
    <a:masterClrMapping/>
  </p:clrMapOvr>
  <p:extLst>
    <p:ext uri="{DCECCB84-F9BA-43D5-87BE-67443E8EF086}">
      <p15:sldGuideLst xmlns:p15="http://schemas.microsoft.com/office/powerpoint/2012/main">
        <p15:guide id="1" pos="2992">
          <p15:clr>
            <a:srgbClr val="FBAE40"/>
          </p15:clr>
        </p15:guide>
        <p15:guide id="2" pos="211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 Green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790124"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790124"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6094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92534203"/>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2 Green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95325"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6097200" y="0"/>
            <a:ext cx="6094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59351581"/>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3 Navy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8127600" y="0"/>
            <a:ext cx="40644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3078793"/>
      </p:ext>
    </p:extLst>
  </p:cSld>
  <p:clrMapOvr>
    <a:masterClrMapping/>
  </p:clrMapOvr>
  <p:extLst>
    <p:ext uri="{DCECCB84-F9BA-43D5-87BE-67443E8EF086}">
      <p15:sldGuideLst xmlns:p15="http://schemas.microsoft.com/office/powerpoint/2012/main">
        <p15:guide id="1" pos="4679">
          <p15:clr>
            <a:srgbClr val="FBAE40"/>
          </p15:clr>
        </p15:guide>
        <p15:guide id="2" pos="556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 Navy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4761308" y="603063"/>
            <a:ext cx="6732588" cy="358775"/>
          </a:xfrm>
        </p:spPr>
        <p:txBody>
          <a:bodyPr/>
          <a:lstStyle/>
          <a:p>
            <a:r>
              <a:rPr lang="en-GB"/>
              <a:t>Click to edit Master title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4761308" y="1449388"/>
            <a:ext cx="6732588"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40644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12978121"/>
      </p:ext>
    </p:extLst>
  </p:cSld>
  <p:clrMapOvr>
    <a:masterClrMapping/>
  </p:clrMapOvr>
  <p:extLst>
    <p:ext uri="{DCECCB84-F9BA-43D5-87BE-67443E8EF086}">
      <p15:sldGuideLst xmlns:p15="http://schemas.microsoft.com/office/powerpoint/2012/main">
        <p15:guide id="1" pos="2992">
          <p15:clr>
            <a:srgbClr val="FBAE40"/>
          </p15:clr>
        </p15:guide>
        <p15:guide id="2" pos="21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2 Navy L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790124"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790124"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0" y="0"/>
            <a:ext cx="6094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76163427"/>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2 Navy RH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hasCustomPrompt="1"/>
          </p:nvPr>
        </p:nvSpPr>
        <p:spPr>
          <a:xfrm>
            <a:off x="695325" y="603063"/>
            <a:ext cx="4703771" cy="358775"/>
          </a:xfrm>
        </p:spPr>
        <p:txBody>
          <a:bodyPr/>
          <a:lstStyle/>
          <a:p>
            <a:r>
              <a:rPr lang="en-GB"/>
              <a:t>Click to edit style</a:t>
            </a:r>
          </a:p>
        </p:txBody>
      </p:sp>
      <p:sp>
        <p:nvSpPr>
          <p:cNvPr id="2" name="Text Placeholder 2">
            <a:extLst>
              <a:ext uri="{FF2B5EF4-FFF2-40B4-BE49-F238E27FC236}">
                <a16:creationId xmlns:a16="http://schemas.microsoft.com/office/drawing/2014/main" id="{E98B24D8-22AF-64B1-4B81-80262B3C7209}"/>
              </a:ext>
            </a:extLst>
          </p:cNvPr>
          <p:cNvSpPr>
            <a:spLocks noGrp="1"/>
          </p:cNvSpPr>
          <p:nvPr>
            <p:ph idx="1"/>
          </p:nvPr>
        </p:nvSpPr>
        <p:spPr>
          <a:xfrm>
            <a:off x="695325" y="1449388"/>
            <a:ext cx="4703771" cy="411162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Rectangle 2">
            <a:extLst>
              <a:ext uri="{FF2B5EF4-FFF2-40B4-BE49-F238E27FC236}">
                <a16:creationId xmlns:a16="http://schemas.microsoft.com/office/drawing/2014/main" id="{E7C7553C-E49D-6519-DD4F-5EAD93CB15CB}"/>
              </a:ext>
            </a:extLst>
          </p:cNvPr>
          <p:cNvSpPr/>
          <p:nvPr userDrawn="1"/>
        </p:nvSpPr>
        <p:spPr>
          <a:xfrm>
            <a:off x="6097200" y="0"/>
            <a:ext cx="6094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24785101"/>
      </p:ext>
    </p:extLst>
  </p:cSld>
  <p:clrMapOvr>
    <a:masterClrMapping/>
  </p:clrMapOvr>
  <p:extLst>
    <p:ext uri="{DCECCB84-F9BA-43D5-87BE-67443E8EF086}">
      <p15:sldGuideLst xmlns:p15="http://schemas.microsoft.com/office/powerpoint/2012/main">
        <p15:guide id="1" pos="4271">
          <p15:clr>
            <a:srgbClr val="FBAE40"/>
          </p15:clr>
        </p15:guide>
        <p15:guide id="2" pos="340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yramid">
    <p:spTree>
      <p:nvGrpSpPr>
        <p:cNvPr id="1" name=""/>
        <p:cNvGrpSpPr/>
        <p:nvPr/>
      </p:nvGrpSpPr>
      <p:grpSpPr>
        <a:xfrm>
          <a:off x="0" y="0"/>
          <a:ext cx="0" cy="0"/>
          <a:chOff x="0" y="0"/>
          <a:chExt cx="0" cy="0"/>
        </a:xfrm>
      </p:grpSpPr>
      <p:sp>
        <p:nvSpPr>
          <p:cNvPr id="10" name="Triangle 9">
            <a:extLst>
              <a:ext uri="{FF2B5EF4-FFF2-40B4-BE49-F238E27FC236}">
                <a16:creationId xmlns:a16="http://schemas.microsoft.com/office/drawing/2014/main" id="{C25D2BFF-CB30-0D89-670E-A6454931A51F}"/>
              </a:ext>
            </a:extLst>
          </p:cNvPr>
          <p:cNvSpPr/>
          <p:nvPr/>
        </p:nvSpPr>
        <p:spPr>
          <a:xfrm rot="10800000">
            <a:off x="3050553" y="2267904"/>
            <a:ext cx="340852" cy="156369"/>
          </a:xfrm>
          <a:prstGeom prst="triangle">
            <a:avLst>
              <a:gd name="adj" fmla="val 23199"/>
            </a:avLst>
          </a:prstGeom>
          <a:solidFill>
            <a:srgbClr val="1B3F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riangle 10">
            <a:extLst>
              <a:ext uri="{FF2B5EF4-FFF2-40B4-BE49-F238E27FC236}">
                <a16:creationId xmlns:a16="http://schemas.microsoft.com/office/drawing/2014/main" id="{49D41CCC-E76F-1819-B4D2-E1EFB6B164EE}"/>
              </a:ext>
            </a:extLst>
          </p:cNvPr>
          <p:cNvSpPr/>
          <p:nvPr/>
        </p:nvSpPr>
        <p:spPr>
          <a:xfrm rot="10800000">
            <a:off x="2667671" y="3081239"/>
            <a:ext cx="340852" cy="156369"/>
          </a:xfrm>
          <a:prstGeom prst="triangle">
            <a:avLst>
              <a:gd name="adj" fmla="val 25062"/>
            </a:avLst>
          </a:prstGeom>
          <a:solidFill>
            <a:srgbClr val="1D5A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riangle 11">
            <a:extLst>
              <a:ext uri="{FF2B5EF4-FFF2-40B4-BE49-F238E27FC236}">
                <a16:creationId xmlns:a16="http://schemas.microsoft.com/office/drawing/2014/main" id="{9B136FD5-CE6E-CB06-C2A2-EAC39CCF185C}"/>
              </a:ext>
            </a:extLst>
          </p:cNvPr>
          <p:cNvSpPr/>
          <p:nvPr/>
        </p:nvSpPr>
        <p:spPr>
          <a:xfrm rot="10800000">
            <a:off x="2286092" y="3897200"/>
            <a:ext cx="340852" cy="156369"/>
          </a:xfrm>
          <a:prstGeom prst="triangle">
            <a:avLst>
              <a:gd name="adj" fmla="val 24130"/>
            </a:avLst>
          </a:prstGeom>
          <a:solidFill>
            <a:srgbClr val="1C65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riangle 12">
            <a:extLst>
              <a:ext uri="{FF2B5EF4-FFF2-40B4-BE49-F238E27FC236}">
                <a16:creationId xmlns:a16="http://schemas.microsoft.com/office/drawing/2014/main" id="{1FB90112-202E-5ACC-8DC7-1560330AA2D9}"/>
              </a:ext>
            </a:extLst>
          </p:cNvPr>
          <p:cNvSpPr/>
          <p:nvPr/>
        </p:nvSpPr>
        <p:spPr>
          <a:xfrm rot="10800000">
            <a:off x="1896044" y="4710176"/>
            <a:ext cx="340852" cy="156369"/>
          </a:xfrm>
          <a:prstGeom prst="triangle">
            <a:avLst>
              <a:gd name="adj" fmla="val 22267"/>
            </a:avLst>
          </a:prstGeom>
          <a:solidFill>
            <a:srgbClr val="257A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riangle 13">
            <a:extLst>
              <a:ext uri="{FF2B5EF4-FFF2-40B4-BE49-F238E27FC236}">
                <a16:creationId xmlns:a16="http://schemas.microsoft.com/office/drawing/2014/main" id="{5F960420-5C06-49FF-C13C-5DEE3116ED7F}"/>
              </a:ext>
            </a:extLst>
          </p:cNvPr>
          <p:cNvSpPr/>
          <p:nvPr/>
        </p:nvSpPr>
        <p:spPr>
          <a:xfrm rot="10800000">
            <a:off x="1517698" y="5530914"/>
            <a:ext cx="340852" cy="156369"/>
          </a:xfrm>
          <a:prstGeom prst="triangle">
            <a:avLst>
              <a:gd name="adj" fmla="val 22267"/>
            </a:avLst>
          </a:prstGeom>
          <a:solidFill>
            <a:srgbClr val="36A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
        <p:nvSpPr>
          <p:cNvPr id="5" name="Triangle 4">
            <a:extLst>
              <a:ext uri="{FF2B5EF4-FFF2-40B4-BE49-F238E27FC236}">
                <a16:creationId xmlns:a16="http://schemas.microsoft.com/office/drawing/2014/main" id="{E85113E2-8F33-2229-3D35-E480B5AE0991}"/>
              </a:ext>
            </a:extLst>
          </p:cNvPr>
          <p:cNvSpPr/>
          <p:nvPr/>
        </p:nvSpPr>
        <p:spPr>
          <a:xfrm>
            <a:off x="3051604" y="1407003"/>
            <a:ext cx="808516" cy="860886"/>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rapezium 5">
            <a:extLst>
              <a:ext uri="{FF2B5EF4-FFF2-40B4-BE49-F238E27FC236}">
                <a16:creationId xmlns:a16="http://schemas.microsoft.com/office/drawing/2014/main" id="{BCB7BE48-275E-57C9-9462-F1700A4AAF5C}"/>
              </a:ext>
            </a:extLst>
          </p:cNvPr>
          <p:cNvSpPr/>
          <p:nvPr/>
        </p:nvSpPr>
        <p:spPr>
          <a:xfrm>
            <a:off x="2664743" y="2475953"/>
            <a:ext cx="1570537" cy="607279"/>
          </a:xfrm>
          <a:prstGeom prst="trapezoid">
            <a:avLst>
              <a:gd name="adj" fmla="val 47184"/>
            </a:avLst>
          </a:prstGeom>
          <a:solidFill>
            <a:srgbClr val="2A8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rapezium 6">
            <a:extLst>
              <a:ext uri="{FF2B5EF4-FFF2-40B4-BE49-F238E27FC236}">
                <a16:creationId xmlns:a16="http://schemas.microsoft.com/office/drawing/2014/main" id="{E017AF9F-168E-E59E-C34B-42499B3DEEF3}"/>
              </a:ext>
            </a:extLst>
          </p:cNvPr>
          <p:cNvSpPr/>
          <p:nvPr/>
        </p:nvSpPr>
        <p:spPr>
          <a:xfrm>
            <a:off x="2284560" y="3291296"/>
            <a:ext cx="2342604" cy="607279"/>
          </a:xfrm>
          <a:prstGeom prst="trapezoid">
            <a:avLst>
              <a:gd name="adj" fmla="val 46357"/>
            </a:avLst>
          </a:prstGeom>
          <a:solidFill>
            <a:srgbClr val="2A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rapezium 7">
            <a:extLst>
              <a:ext uri="{FF2B5EF4-FFF2-40B4-BE49-F238E27FC236}">
                <a16:creationId xmlns:a16="http://schemas.microsoft.com/office/drawing/2014/main" id="{C05EFACF-7C8C-9D4F-E26D-860B075AF8A3}"/>
              </a:ext>
            </a:extLst>
          </p:cNvPr>
          <p:cNvSpPr/>
          <p:nvPr/>
        </p:nvSpPr>
        <p:spPr>
          <a:xfrm>
            <a:off x="1896044" y="4106639"/>
            <a:ext cx="3109944" cy="607279"/>
          </a:xfrm>
          <a:prstGeom prst="trapezoid">
            <a:avLst>
              <a:gd name="adj" fmla="val 48012"/>
            </a:avLst>
          </a:prstGeom>
          <a:solidFill>
            <a:srgbClr val="38B7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rapezium 8">
            <a:extLst>
              <a:ext uri="{FF2B5EF4-FFF2-40B4-BE49-F238E27FC236}">
                <a16:creationId xmlns:a16="http://schemas.microsoft.com/office/drawing/2014/main" id="{6E638DB1-575A-5672-A6D4-EC7687EB2AA7}"/>
              </a:ext>
            </a:extLst>
          </p:cNvPr>
          <p:cNvSpPr/>
          <p:nvPr/>
        </p:nvSpPr>
        <p:spPr>
          <a:xfrm>
            <a:off x="1516195" y="4921980"/>
            <a:ext cx="3879334" cy="607279"/>
          </a:xfrm>
          <a:prstGeom prst="trapezoid">
            <a:avLst>
              <a:gd name="adj" fmla="val 46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 Placeholder 41">
            <a:extLst>
              <a:ext uri="{FF2B5EF4-FFF2-40B4-BE49-F238E27FC236}">
                <a16:creationId xmlns:a16="http://schemas.microsoft.com/office/drawing/2014/main" id="{232D92A6-6E1B-DD1A-5796-E88F1D3AB5FF}"/>
              </a:ext>
            </a:extLst>
          </p:cNvPr>
          <p:cNvSpPr>
            <a:spLocks noGrp="1"/>
          </p:cNvSpPr>
          <p:nvPr userDrawn="1">
            <p:ph type="body" sz="quarter" idx="11"/>
          </p:nvPr>
        </p:nvSpPr>
        <p:spPr>
          <a:xfrm>
            <a:off x="4351051" y="2466778"/>
            <a:ext cx="7111120" cy="607279"/>
          </a:xfrm>
        </p:spPr>
        <p:txBody>
          <a:bodyPr anchor="ctr"/>
          <a:lstStyle>
            <a:lvl2pPr marL="144000">
              <a:defRPr/>
            </a:lvl2pPr>
          </a:lstStyle>
          <a:p>
            <a:pPr lvl="0"/>
            <a:r>
              <a:rPr lang="en-GB"/>
              <a:t>Click to edit Master text styles</a:t>
            </a:r>
          </a:p>
          <a:p>
            <a:pPr lvl="1"/>
            <a:r>
              <a:rPr lang="en-GB"/>
              <a:t>Second level</a:t>
            </a:r>
          </a:p>
        </p:txBody>
      </p:sp>
      <p:sp>
        <p:nvSpPr>
          <p:cNvPr id="44" name="Text Placeholder 41">
            <a:extLst>
              <a:ext uri="{FF2B5EF4-FFF2-40B4-BE49-F238E27FC236}">
                <a16:creationId xmlns:a16="http://schemas.microsoft.com/office/drawing/2014/main" id="{568B37D7-8B93-9629-7E63-B0D9FFB1B028}"/>
              </a:ext>
            </a:extLst>
          </p:cNvPr>
          <p:cNvSpPr>
            <a:spLocks noGrp="1"/>
          </p:cNvSpPr>
          <p:nvPr userDrawn="1">
            <p:ph type="body" sz="quarter" idx="12"/>
          </p:nvPr>
        </p:nvSpPr>
        <p:spPr>
          <a:xfrm>
            <a:off x="4725531" y="3275457"/>
            <a:ext cx="6736640" cy="607279"/>
          </a:xfrm>
        </p:spPr>
        <p:txBody>
          <a:bodyPr anchor="ctr"/>
          <a:lstStyle>
            <a:lvl2pPr marL="144000">
              <a:defRPr/>
            </a:lvl2pPr>
          </a:lstStyle>
          <a:p>
            <a:pPr lvl="0"/>
            <a:r>
              <a:rPr lang="en-GB"/>
              <a:t>Click to edit Master text styles</a:t>
            </a:r>
          </a:p>
          <a:p>
            <a:pPr lvl="1"/>
            <a:r>
              <a:rPr lang="en-GB"/>
              <a:t>Second level</a:t>
            </a:r>
          </a:p>
        </p:txBody>
      </p:sp>
      <p:sp>
        <p:nvSpPr>
          <p:cNvPr id="45" name="Text Placeholder 41">
            <a:extLst>
              <a:ext uri="{FF2B5EF4-FFF2-40B4-BE49-F238E27FC236}">
                <a16:creationId xmlns:a16="http://schemas.microsoft.com/office/drawing/2014/main" id="{1D6E95AB-0B11-3B19-F66F-357F248DB498}"/>
              </a:ext>
            </a:extLst>
          </p:cNvPr>
          <p:cNvSpPr>
            <a:spLocks noGrp="1"/>
          </p:cNvSpPr>
          <p:nvPr userDrawn="1">
            <p:ph type="body" sz="quarter" idx="13"/>
          </p:nvPr>
        </p:nvSpPr>
        <p:spPr>
          <a:xfrm>
            <a:off x="5110923" y="4091885"/>
            <a:ext cx="6351247" cy="607279"/>
          </a:xfrm>
        </p:spPr>
        <p:txBody>
          <a:bodyPr anchor="ctr"/>
          <a:lstStyle>
            <a:lvl2pPr marL="144000">
              <a:defRPr/>
            </a:lvl2pPr>
          </a:lstStyle>
          <a:p>
            <a:pPr lvl="0"/>
            <a:r>
              <a:rPr lang="en-GB"/>
              <a:t>Click to edit Master text styles</a:t>
            </a:r>
          </a:p>
          <a:p>
            <a:pPr lvl="1"/>
            <a:r>
              <a:rPr lang="en-GB"/>
              <a:t>Second level</a:t>
            </a:r>
          </a:p>
        </p:txBody>
      </p:sp>
      <p:sp>
        <p:nvSpPr>
          <p:cNvPr id="46" name="Text Placeholder 41">
            <a:extLst>
              <a:ext uri="{FF2B5EF4-FFF2-40B4-BE49-F238E27FC236}">
                <a16:creationId xmlns:a16="http://schemas.microsoft.com/office/drawing/2014/main" id="{84575394-3003-EDAD-C519-B48C398DAF5F}"/>
              </a:ext>
            </a:extLst>
          </p:cNvPr>
          <p:cNvSpPr>
            <a:spLocks noGrp="1"/>
          </p:cNvSpPr>
          <p:nvPr userDrawn="1">
            <p:ph type="body" sz="quarter" idx="14"/>
          </p:nvPr>
        </p:nvSpPr>
        <p:spPr>
          <a:xfrm>
            <a:off x="5497072" y="4917644"/>
            <a:ext cx="5965097" cy="607279"/>
          </a:xfrm>
        </p:spPr>
        <p:txBody>
          <a:bodyPr anchor="ctr"/>
          <a:lstStyle>
            <a:lvl2pPr marL="144000">
              <a:defRPr/>
            </a:lvl2pPr>
          </a:lstStyle>
          <a:p>
            <a:pPr lvl="0"/>
            <a:r>
              <a:rPr lang="en-GB"/>
              <a:t>Click to edit Master text styles</a:t>
            </a:r>
          </a:p>
          <a:p>
            <a:pPr lvl="1"/>
            <a:r>
              <a:rPr lang="en-GB"/>
              <a:t>Second level</a:t>
            </a:r>
          </a:p>
        </p:txBody>
      </p:sp>
      <p:sp>
        <p:nvSpPr>
          <p:cNvPr id="50" name="Text Placeholder 49">
            <a:extLst>
              <a:ext uri="{FF2B5EF4-FFF2-40B4-BE49-F238E27FC236}">
                <a16:creationId xmlns:a16="http://schemas.microsoft.com/office/drawing/2014/main" id="{D59EB6CF-F21B-4FE3-C98D-B9BAB6E9D6A4}"/>
              </a:ext>
            </a:extLst>
          </p:cNvPr>
          <p:cNvSpPr>
            <a:spLocks noGrp="1"/>
          </p:cNvSpPr>
          <p:nvPr userDrawn="1">
            <p:ph type="body" sz="quarter" idx="15" hasCustomPrompt="1"/>
          </p:nvPr>
        </p:nvSpPr>
        <p:spPr>
          <a:xfrm>
            <a:off x="3191544" y="2470224"/>
            <a:ext cx="528637" cy="607279"/>
          </a:xfrm>
        </p:spPr>
        <p:txBody>
          <a:bodyPr anchor="ctr"/>
          <a:lstStyle>
            <a:lvl1pPr algn="ct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GB"/>
              <a:t>00</a:t>
            </a:r>
          </a:p>
        </p:txBody>
      </p:sp>
      <p:sp>
        <p:nvSpPr>
          <p:cNvPr id="51" name="Text Placeholder 49">
            <a:extLst>
              <a:ext uri="{FF2B5EF4-FFF2-40B4-BE49-F238E27FC236}">
                <a16:creationId xmlns:a16="http://schemas.microsoft.com/office/drawing/2014/main" id="{5D9796A2-FC62-6C9E-FB2C-F0D708235350}"/>
              </a:ext>
            </a:extLst>
          </p:cNvPr>
          <p:cNvSpPr>
            <a:spLocks noGrp="1"/>
          </p:cNvSpPr>
          <p:nvPr userDrawn="1">
            <p:ph type="body" sz="quarter" idx="16" hasCustomPrompt="1"/>
          </p:nvPr>
        </p:nvSpPr>
        <p:spPr>
          <a:xfrm>
            <a:off x="3191544" y="1649130"/>
            <a:ext cx="528637" cy="607279"/>
          </a:xfrm>
        </p:spPr>
        <p:txBody>
          <a:bodyPr anchor="ctr"/>
          <a:lstStyle>
            <a:lvl1pPr algn="ct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GB"/>
              <a:t>00</a:t>
            </a:r>
          </a:p>
        </p:txBody>
      </p:sp>
      <p:sp>
        <p:nvSpPr>
          <p:cNvPr id="52" name="Text Placeholder 49">
            <a:extLst>
              <a:ext uri="{FF2B5EF4-FFF2-40B4-BE49-F238E27FC236}">
                <a16:creationId xmlns:a16="http://schemas.microsoft.com/office/drawing/2014/main" id="{50426AC6-0AD4-D7DB-46C6-1DB9011905E6}"/>
              </a:ext>
            </a:extLst>
          </p:cNvPr>
          <p:cNvSpPr>
            <a:spLocks noGrp="1"/>
          </p:cNvSpPr>
          <p:nvPr>
            <p:ph type="body" sz="quarter" idx="17" hasCustomPrompt="1"/>
          </p:nvPr>
        </p:nvSpPr>
        <p:spPr>
          <a:xfrm>
            <a:off x="3191544" y="3291319"/>
            <a:ext cx="528637" cy="607279"/>
          </a:xfrm>
        </p:spPr>
        <p:txBody>
          <a:bodyPr anchor="ctr"/>
          <a:lstStyle>
            <a:lvl1pPr algn="ct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GB"/>
              <a:t>00</a:t>
            </a:r>
          </a:p>
        </p:txBody>
      </p:sp>
      <p:sp>
        <p:nvSpPr>
          <p:cNvPr id="53" name="Text Placeholder 49">
            <a:extLst>
              <a:ext uri="{FF2B5EF4-FFF2-40B4-BE49-F238E27FC236}">
                <a16:creationId xmlns:a16="http://schemas.microsoft.com/office/drawing/2014/main" id="{3C28D8C5-3233-8229-F226-369C007D845F}"/>
              </a:ext>
            </a:extLst>
          </p:cNvPr>
          <p:cNvSpPr>
            <a:spLocks noGrp="1"/>
          </p:cNvSpPr>
          <p:nvPr>
            <p:ph type="body" sz="quarter" idx="18" hasCustomPrompt="1"/>
          </p:nvPr>
        </p:nvSpPr>
        <p:spPr>
          <a:xfrm>
            <a:off x="3191544" y="4103082"/>
            <a:ext cx="528637" cy="607279"/>
          </a:xfrm>
        </p:spPr>
        <p:txBody>
          <a:bodyPr anchor="ctr"/>
          <a:lstStyle>
            <a:lvl1pPr algn="ct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GB"/>
              <a:t>00</a:t>
            </a:r>
          </a:p>
        </p:txBody>
      </p:sp>
      <p:sp>
        <p:nvSpPr>
          <p:cNvPr id="54" name="Text Placeholder 49">
            <a:extLst>
              <a:ext uri="{FF2B5EF4-FFF2-40B4-BE49-F238E27FC236}">
                <a16:creationId xmlns:a16="http://schemas.microsoft.com/office/drawing/2014/main" id="{2F5B5422-05A7-675D-AAFF-242391A16299}"/>
              </a:ext>
            </a:extLst>
          </p:cNvPr>
          <p:cNvSpPr>
            <a:spLocks noGrp="1"/>
          </p:cNvSpPr>
          <p:nvPr>
            <p:ph type="body" sz="quarter" idx="19" hasCustomPrompt="1"/>
          </p:nvPr>
        </p:nvSpPr>
        <p:spPr>
          <a:xfrm>
            <a:off x="3191544" y="4924176"/>
            <a:ext cx="528637" cy="607279"/>
          </a:xfrm>
        </p:spPr>
        <p:txBody>
          <a:bodyPr anchor="ctr"/>
          <a:lstStyle>
            <a:lvl1pPr algn="ct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GB"/>
              <a:t>00</a:t>
            </a:r>
          </a:p>
        </p:txBody>
      </p:sp>
      <p:sp>
        <p:nvSpPr>
          <p:cNvPr id="55" name="Text Placeholder 41">
            <a:extLst>
              <a:ext uri="{FF2B5EF4-FFF2-40B4-BE49-F238E27FC236}">
                <a16:creationId xmlns:a16="http://schemas.microsoft.com/office/drawing/2014/main" id="{E63214C6-E918-1E5D-7E98-5F5458C56A5F}"/>
              </a:ext>
            </a:extLst>
          </p:cNvPr>
          <p:cNvSpPr>
            <a:spLocks noGrp="1"/>
          </p:cNvSpPr>
          <p:nvPr>
            <p:ph type="body" sz="quarter" idx="20"/>
          </p:nvPr>
        </p:nvSpPr>
        <p:spPr>
          <a:xfrm>
            <a:off x="3981023" y="1634573"/>
            <a:ext cx="7481148" cy="607279"/>
          </a:xfrm>
        </p:spPr>
        <p:txBody>
          <a:bodyPr anchor="ctr"/>
          <a:lstStyle>
            <a:lvl2pPr marL="144000">
              <a:defRPr/>
            </a:lvl2pPr>
          </a:lstStyle>
          <a:p>
            <a:pPr lvl="0"/>
            <a:r>
              <a:rPr lang="en-GB"/>
              <a:t>Click to edit Master text styles</a:t>
            </a:r>
          </a:p>
          <a:p>
            <a:pPr lvl="1"/>
            <a:r>
              <a:rPr lang="en-GB"/>
              <a:t>Second level</a:t>
            </a:r>
          </a:p>
        </p:txBody>
      </p:sp>
      <p:sp>
        <p:nvSpPr>
          <p:cNvPr id="58" name="Oval 57">
            <a:extLst>
              <a:ext uri="{FF2B5EF4-FFF2-40B4-BE49-F238E27FC236}">
                <a16:creationId xmlns:a16="http://schemas.microsoft.com/office/drawing/2014/main" id="{31E90B4C-8486-8ABA-C6AB-C337B3795AFA}"/>
              </a:ext>
            </a:extLst>
          </p:cNvPr>
          <p:cNvSpPr/>
          <p:nvPr userDrawn="1"/>
        </p:nvSpPr>
        <p:spPr>
          <a:xfrm>
            <a:off x="2261671" y="1634573"/>
            <a:ext cx="608400" cy="608400"/>
          </a:xfrm>
          <a:prstGeom prst="ellipse">
            <a:avLst/>
          </a:prstGeom>
          <a:solidFill>
            <a:schemeClr val="bg1"/>
          </a:solidFill>
          <a:ln>
            <a:noFill/>
          </a:ln>
          <a:effectLst>
            <a:outerShdw blurRad="136621" dist="12700" dir="3741831" sx="101273" sy="101273" algn="tl" rotWithShape="0">
              <a:schemeClr val="tx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a:solidFill>
                <a:schemeClr val="tx1"/>
              </a:solidFill>
              <a:latin typeface="Cabinet Grotesk" pitchFamily="2" charset="77"/>
            </a:endParaRPr>
          </a:p>
        </p:txBody>
      </p:sp>
      <p:sp>
        <p:nvSpPr>
          <p:cNvPr id="59" name="Oval 58">
            <a:extLst>
              <a:ext uri="{FF2B5EF4-FFF2-40B4-BE49-F238E27FC236}">
                <a16:creationId xmlns:a16="http://schemas.microsoft.com/office/drawing/2014/main" id="{0B1797A1-93B5-8362-B4F9-7F7ABE135C6C}"/>
              </a:ext>
            </a:extLst>
          </p:cNvPr>
          <p:cNvSpPr/>
          <p:nvPr userDrawn="1"/>
        </p:nvSpPr>
        <p:spPr>
          <a:xfrm>
            <a:off x="1870086" y="2456974"/>
            <a:ext cx="608400" cy="608400"/>
          </a:xfrm>
          <a:prstGeom prst="ellipse">
            <a:avLst/>
          </a:prstGeom>
          <a:solidFill>
            <a:schemeClr val="bg1"/>
          </a:solidFill>
          <a:ln>
            <a:noFill/>
          </a:ln>
          <a:effectLst>
            <a:outerShdw blurRad="136621" dist="12700" dir="3741831" sx="101273" sy="101273" algn="tl" rotWithShape="0">
              <a:schemeClr val="tx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a:solidFill>
                <a:schemeClr val="tx1"/>
              </a:solidFill>
              <a:latin typeface="Cabinet Grotesk" pitchFamily="2" charset="77"/>
            </a:endParaRPr>
          </a:p>
        </p:txBody>
      </p:sp>
      <p:sp>
        <p:nvSpPr>
          <p:cNvPr id="60" name="Oval 59">
            <a:extLst>
              <a:ext uri="{FF2B5EF4-FFF2-40B4-BE49-F238E27FC236}">
                <a16:creationId xmlns:a16="http://schemas.microsoft.com/office/drawing/2014/main" id="{47F36D6F-2F44-5389-1782-EFD4DDF354D6}"/>
              </a:ext>
            </a:extLst>
          </p:cNvPr>
          <p:cNvSpPr/>
          <p:nvPr userDrawn="1"/>
        </p:nvSpPr>
        <p:spPr>
          <a:xfrm>
            <a:off x="1478499" y="3279375"/>
            <a:ext cx="608400" cy="608400"/>
          </a:xfrm>
          <a:prstGeom prst="ellipse">
            <a:avLst/>
          </a:prstGeom>
          <a:solidFill>
            <a:schemeClr val="bg1"/>
          </a:solidFill>
          <a:ln>
            <a:noFill/>
          </a:ln>
          <a:effectLst>
            <a:outerShdw blurRad="136621" dist="12700" dir="3741831" sx="101273" sy="101273" algn="tl" rotWithShape="0">
              <a:schemeClr val="tx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a:solidFill>
                <a:schemeClr val="tx1"/>
              </a:solidFill>
              <a:latin typeface="Cabinet Grotesk" pitchFamily="2" charset="77"/>
            </a:endParaRPr>
          </a:p>
        </p:txBody>
      </p:sp>
      <p:sp>
        <p:nvSpPr>
          <p:cNvPr id="61" name="Oval 60">
            <a:extLst>
              <a:ext uri="{FF2B5EF4-FFF2-40B4-BE49-F238E27FC236}">
                <a16:creationId xmlns:a16="http://schemas.microsoft.com/office/drawing/2014/main" id="{441A5F91-BCDD-D67A-06BC-CB050466060A}"/>
              </a:ext>
            </a:extLst>
          </p:cNvPr>
          <p:cNvSpPr/>
          <p:nvPr userDrawn="1"/>
        </p:nvSpPr>
        <p:spPr>
          <a:xfrm>
            <a:off x="1093090" y="4101776"/>
            <a:ext cx="608400" cy="608400"/>
          </a:xfrm>
          <a:prstGeom prst="ellipse">
            <a:avLst/>
          </a:prstGeom>
          <a:solidFill>
            <a:schemeClr val="bg1"/>
          </a:solidFill>
          <a:ln>
            <a:noFill/>
          </a:ln>
          <a:effectLst>
            <a:outerShdw blurRad="136621" dist="12700" dir="3741831" sx="101273" sy="101273" algn="tl" rotWithShape="0">
              <a:schemeClr val="tx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a:solidFill>
                <a:schemeClr val="tx1"/>
              </a:solidFill>
              <a:latin typeface="Cabinet Grotesk" pitchFamily="2" charset="77"/>
            </a:endParaRPr>
          </a:p>
        </p:txBody>
      </p:sp>
      <p:sp>
        <p:nvSpPr>
          <p:cNvPr id="62" name="Oval 61">
            <a:extLst>
              <a:ext uri="{FF2B5EF4-FFF2-40B4-BE49-F238E27FC236}">
                <a16:creationId xmlns:a16="http://schemas.microsoft.com/office/drawing/2014/main" id="{D01E4823-1B83-1D42-5470-CDECEAC01E66}"/>
              </a:ext>
            </a:extLst>
          </p:cNvPr>
          <p:cNvSpPr/>
          <p:nvPr userDrawn="1"/>
        </p:nvSpPr>
        <p:spPr>
          <a:xfrm>
            <a:off x="707681" y="4924176"/>
            <a:ext cx="608400" cy="608400"/>
          </a:xfrm>
          <a:prstGeom prst="ellipse">
            <a:avLst/>
          </a:prstGeom>
          <a:solidFill>
            <a:schemeClr val="bg1"/>
          </a:solidFill>
          <a:ln>
            <a:noFill/>
          </a:ln>
          <a:effectLst>
            <a:outerShdw blurRad="136621" dist="12700" dir="3741831" sx="101273" sy="101273" algn="tl" rotWithShape="0">
              <a:schemeClr val="tx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a:solidFill>
                <a:schemeClr val="tx1"/>
              </a:solidFill>
              <a:latin typeface="Cabinet Grotesk" pitchFamily="2" charset="77"/>
            </a:endParaRPr>
          </a:p>
        </p:txBody>
      </p:sp>
    </p:spTree>
    <p:extLst>
      <p:ext uri="{BB962C8B-B14F-4D97-AF65-F5344CB8AC3E}">
        <p14:creationId xmlns:p14="http://schemas.microsoft.com/office/powerpoint/2010/main" val="4100319532"/>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ashboar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576899745"/>
      </p:ext>
    </p:extLst>
  </p:cSld>
  <p:clrMapOvr>
    <a:masterClrMapping/>
  </p:clrMapOvr>
  <p:extLst>
    <p:ext uri="{DCECCB84-F9BA-43D5-87BE-67443E8EF086}">
      <p15:sldGuideLst xmlns:p15="http://schemas.microsoft.com/office/powerpoint/2012/main">
        <p15:guide id="1" pos="1518">
          <p15:clr>
            <a:srgbClr val="C35EA4"/>
          </p15:clr>
        </p15:guide>
        <p15:guide id="2" pos="1582">
          <p15:clr>
            <a:srgbClr val="C35EA4"/>
          </p15:clr>
        </p15:guide>
        <p15:guide id="3" pos="2664">
          <p15:clr>
            <a:srgbClr val="C35EA4"/>
          </p15:clr>
        </p15:guide>
        <p15:guide id="4" pos="2727">
          <p15:clr>
            <a:srgbClr val="C35EA4"/>
          </p15:clr>
        </p15:guide>
        <p15:guide id="5" pos="4957">
          <p15:clr>
            <a:srgbClr val="C35EA4"/>
          </p15:clr>
        </p15:guide>
        <p15:guide id="6" pos="5019">
          <p15:clr>
            <a:srgbClr val="C35EA4"/>
          </p15:clr>
        </p15:guide>
        <p15:guide id="7" pos="6102">
          <p15:clr>
            <a:srgbClr val="C35EA4"/>
          </p15:clr>
        </p15:guide>
        <p15:guide id="8" pos="6163">
          <p15:clr>
            <a:srgbClr val="C35EA4"/>
          </p15:clr>
        </p15:guide>
        <p15:guide id="9" pos="3809">
          <p15:clr>
            <a:srgbClr val="C35EA4"/>
          </p15:clr>
        </p15:guide>
        <p15:guide id="10" pos="3871">
          <p15:clr>
            <a:srgbClr val="C35EA4"/>
          </p15:clr>
        </p15:guide>
        <p15:guide id="11" orient="horz" pos="1729">
          <p15:clr>
            <a:srgbClr val="C35EA4"/>
          </p15:clr>
        </p15:guide>
        <p15:guide id="12" orient="horz" pos="1810">
          <p15:clr>
            <a:srgbClr val="C35EA4"/>
          </p15:clr>
        </p15:guide>
        <p15:guide id="13" orient="horz" pos="2627">
          <p15:clr>
            <a:srgbClr val="C35EA4"/>
          </p15:clr>
        </p15:guide>
        <p15:guide id="14" orient="horz" pos="2707">
          <p15:clr>
            <a:srgbClr val="C35E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1"/>
      </p:bgRef>
    </p:bg>
    <p:spTree>
      <p:nvGrpSpPr>
        <p:cNvPr id="1" name=""/>
        <p:cNvGrpSpPr/>
        <p:nvPr/>
      </p:nvGrpSpPr>
      <p:grpSpPr>
        <a:xfrm>
          <a:off x="0" y="0"/>
          <a:ext cx="0" cy="0"/>
          <a:chOff x="0" y="0"/>
          <a:chExt cx="0" cy="0"/>
        </a:xfrm>
      </p:grpSpPr>
      <p:pic>
        <p:nvPicPr>
          <p:cNvPr id="10" name="Picture 9" descr="Logo, company name  Description automatically generated">
            <a:extLst>
              <a:ext uri="{FF2B5EF4-FFF2-40B4-BE49-F238E27FC236}">
                <a16:creationId xmlns:a16="http://schemas.microsoft.com/office/drawing/2014/main" id="{4239DA6C-67C3-18B5-4BC4-77E1E6A848C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4" y="6001882"/>
            <a:ext cx="1045793" cy="428687"/>
          </a:xfrm>
          <a:prstGeom prst="rect">
            <a:avLst/>
          </a:prstGeom>
        </p:spPr>
      </p:pic>
      <p:sp>
        <p:nvSpPr>
          <p:cNvPr id="16" name="Rectangle 15">
            <a:extLst>
              <a:ext uri="{FF2B5EF4-FFF2-40B4-BE49-F238E27FC236}">
                <a16:creationId xmlns:a16="http://schemas.microsoft.com/office/drawing/2014/main" id="{1349B91D-B9A5-99A1-B5C6-8C2308628EFF}"/>
              </a:ext>
            </a:extLst>
          </p:cNvPr>
          <p:cNvSpPr/>
          <p:nvPr userDrawn="1"/>
        </p:nvSpPr>
        <p:spPr>
          <a:xfrm>
            <a:off x="0" y="5589588"/>
            <a:ext cx="12279077" cy="1268412"/>
          </a:xfrm>
          <a:prstGeom prst="rect">
            <a:avLst/>
          </a:prstGeom>
          <a:gradFill flip="none" rotWithShape="1">
            <a:gsLst>
              <a:gs pos="0">
                <a:schemeClr val="tx2"/>
              </a:gs>
              <a:gs pos="53000">
                <a:schemeClr val="accent4"/>
              </a:gs>
              <a:gs pos="99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nvGrpSpPr>
          <p:cNvPr id="17" name="Group 16">
            <a:extLst>
              <a:ext uri="{FF2B5EF4-FFF2-40B4-BE49-F238E27FC236}">
                <a16:creationId xmlns:a16="http://schemas.microsoft.com/office/drawing/2014/main" id="{508869FA-4CED-15DE-506A-844EE4779376}"/>
              </a:ext>
            </a:extLst>
          </p:cNvPr>
          <p:cNvGrpSpPr/>
          <p:nvPr userDrawn="1"/>
        </p:nvGrpSpPr>
        <p:grpSpPr>
          <a:xfrm rot="16200000">
            <a:off x="9645125" y="-1023122"/>
            <a:ext cx="488474" cy="4605276"/>
            <a:chOff x="9448655" y="1144729"/>
            <a:chExt cx="488474" cy="4605276"/>
          </a:xfrm>
        </p:grpSpPr>
        <p:sp>
          <p:nvSpPr>
            <p:cNvPr id="18" name="Oval 17">
              <a:extLst>
                <a:ext uri="{FF2B5EF4-FFF2-40B4-BE49-F238E27FC236}">
                  <a16:creationId xmlns:a16="http://schemas.microsoft.com/office/drawing/2014/main" id="{98E62245-428E-0DB4-667B-4C2EF81FDC22}"/>
                </a:ext>
              </a:extLst>
            </p:cNvPr>
            <p:cNvSpPr/>
            <p:nvPr/>
          </p:nvSpPr>
          <p:spPr>
            <a:xfrm rot="5400000">
              <a:off x="9448655" y="1144729"/>
              <a:ext cx="289042" cy="289042"/>
            </a:xfrm>
            <a:prstGeom prst="ellipse">
              <a:avLst/>
            </a:prstGeom>
            <a:noFill/>
            <a:ln w="889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Straight Connector 18">
              <a:extLst>
                <a:ext uri="{FF2B5EF4-FFF2-40B4-BE49-F238E27FC236}">
                  <a16:creationId xmlns:a16="http://schemas.microsoft.com/office/drawing/2014/main" id="{29F14989-283D-1C6E-14DF-6A58611E2E2B}"/>
                </a:ext>
              </a:extLst>
            </p:cNvPr>
            <p:cNvCxnSpPr>
              <a:cxnSpLocks/>
            </p:cNvCxnSpPr>
            <p:nvPr/>
          </p:nvCxnSpPr>
          <p:spPr>
            <a:xfrm>
              <a:off x="9593177" y="1433772"/>
              <a:ext cx="0" cy="4316232"/>
            </a:xfrm>
            <a:prstGeom prst="line">
              <a:avLst/>
            </a:prstGeom>
            <a:ln w="88900" cap="rnd">
              <a:gradFill flip="none" rotWithShape="1">
                <a:gsLst>
                  <a:gs pos="0">
                    <a:schemeClr val="tx2"/>
                  </a:gs>
                  <a:gs pos="53000">
                    <a:schemeClr val="accent4"/>
                  </a:gs>
                  <a:gs pos="98000">
                    <a:srgbClr val="49DDB7"/>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2FB26F-C550-1C71-B9F4-DCA3DE923945}"/>
                </a:ext>
              </a:extLst>
            </p:cNvPr>
            <p:cNvCxnSpPr>
              <a:cxnSpLocks/>
            </p:cNvCxnSpPr>
            <p:nvPr/>
          </p:nvCxnSpPr>
          <p:spPr>
            <a:xfrm>
              <a:off x="9937129" y="2271975"/>
              <a:ext cx="0" cy="3478030"/>
            </a:xfrm>
            <a:prstGeom prst="line">
              <a:avLst/>
            </a:prstGeom>
            <a:ln w="88900" cap="rnd">
              <a:gradFill flip="none" rotWithShape="1">
                <a:gsLst>
                  <a:gs pos="0">
                    <a:schemeClr val="tx2"/>
                  </a:gs>
                  <a:gs pos="53000">
                    <a:schemeClr val="accent4"/>
                  </a:gs>
                  <a:gs pos="98000">
                    <a:srgbClr val="49DDB7"/>
                  </a:gs>
                </a:gsLst>
                <a:lin ang="5400000" scaled="1"/>
                <a:tileRect/>
              </a:gradFill>
              <a:tailEnd type="non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40D01752-A0AF-21C4-693A-8FB224EB8C5B}"/>
              </a:ext>
            </a:extLst>
          </p:cNvPr>
          <p:cNvSpPr/>
          <p:nvPr userDrawn="1"/>
        </p:nvSpPr>
        <p:spPr>
          <a:xfrm>
            <a:off x="3842559" y="6038681"/>
            <a:ext cx="4506884" cy="4286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b="0" i="0" err="1">
                <a:solidFill>
                  <a:schemeClr val="bg1"/>
                </a:solidFill>
                <a:latin typeface="+mn-lt"/>
              </a:rPr>
              <a:t>enquiries@wearedcs.com</a:t>
            </a:r>
            <a:endParaRPr lang="en-GB" sz="1500" b="0" i="0">
              <a:solidFill>
                <a:schemeClr val="bg1"/>
              </a:solidFill>
              <a:latin typeface="+mn-lt"/>
            </a:endParaRPr>
          </a:p>
          <a:p>
            <a:pPr algn="ctr"/>
            <a:r>
              <a:rPr lang="en-GB" sz="1500" b="0" i="0">
                <a:solidFill>
                  <a:schemeClr val="bg1"/>
                </a:solidFill>
                <a:latin typeface="+mn-lt"/>
              </a:rPr>
              <a:t>+ 44 (0)20 3005 4856</a:t>
            </a:r>
          </a:p>
        </p:txBody>
      </p:sp>
      <p:sp>
        <p:nvSpPr>
          <p:cNvPr id="23" name="TextBox 22">
            <a:extLst>
              <a:ext uri="{FF2B5EF4-FFF2-40B4-BE49-F238E27FC236}">
                <a16:creationId xmlns:a16="http://schemas.microsoft.com/office/drawing/2014/main" id="{B636A718-523E-7EC2-1863-E55BC5AB2DD8}"/>
              </a:ext>
            </a:extLst>
          </p:cNvPr>
          <p:cNvSpPr txBox="1"/>
          <p:nvPr userDrawn="1"/>
        </p:nvSpPr>
        <p:spPr>
          <a:xfrm>
            <a:off x="3874295" y="2634450"/>
            <a:ext cx="4443413" cy="1107996"/>
          </a:xfrm>
          <a:prstGeom prst="rect">
            <a:avLst/>
          </a:prstGeom>
          <a:noFill/>
        </p:spPr>
        <p:txBody>
          <a:bodyPr wrap="square" rtlCol="0">
            <a:spAutoFit/>
          </a:bodyPr>
          <a:lstStyle/>
          <a:p>
            <a:pPr algn="ctr"/>
            <a:r>
              <a:rPr lang="en-GB" sz="6600">
                <a:solidFill>
                  <a:schemeClr val="tx1"/>
                </a:solidFill>
              </a:rPr>
              <a:t>Thank you</a:t>
            </a:r>
          </a:p>
        </p:txBody>
      </p:sp>
      <p:pic>
        <p:nvPicPr>
          <p:cNvPr id="24" name="Picture 23" descr="Logo, company name  Description automatically generated">
            <a:extLst>
              <a:ext uri="{FF2B5EF4-FFF2-40B4-BE49-F238E27FC236}">
                <a16:creationId xmlns:a16="http://schemas.microsoft.com/office/drawing/2014/main" id="{118D439E-0A62-C0B7-21DA-1C131466D6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5" y="6001882"/>
            <a:ext cx="1045793" cy="428687"/>
          </a:xfrm>
          <a:prstGeom prst="rect">
            <a:avLst/>
          </a:prstGeom>
        </p:spPr>
      </p:pic>
    </p:spTree>
    <p:extLst>
      <p:ext uri="{BB962C8B-B14F-4D97-AF65-F5344CB8AC3E}">
        <p14:creationId xmlns:p14="http://schemas.microsoft.com/office/powerpoint/2010/main" val="290141772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Dark Blue ">
    <p:bg>
      <p:bgRef idx="1001">
        <a:schemeClr val="bg1"/>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48DDD4-A23E-22AA-137A-5DDDC04EEB06}"/>
              </a:ext>
            </a:extLst>
          </p:cNvPr>
          <p:cNvSpPr>
            <a:spLocks noGrp="1"/>
          </p:cNvSpPr>
          <p:nvPr>
            <p:ph type="title"/>
          </p:nvPr>
        </p:nvSpPr>
        <p:spPr/>
        <p:txBody>
          <a:bodyPr/>
          <a:lstStyle/>
          <a:p>
            <a:r>
              <a:rPr lang="en-GB"/>
              <a:t>Click to edit Master title style</a:t>
            </a:r>
          </a:p>
        </p:txBody>
      </p:sp>
      <p:pic>
        <p:nvPicPr>
          <p:cNvPr id="6" name="Picture 5" descr="Logo, company name  Description automatically generated">
            <a:extLst>
              <a:ext uri="{FF2B5EF4-FFF2-40B4-BE49-F238E27FC236}">
                <a16:creationId xmlns:a16="http://schemas.microsoft.com/office/drawing/2014/main" id="{20430E20-B18E-617D-EC0A-E08FC8AFBF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95325" y="6001883"/>
            <a:ext cx="1045793" cy="428687"/>
          </a:xfrm>
          <a:prstGeom prst="rect">
            <a:avLst/>
          </a:prstGeom>
        </p:spPr>
      </p:pic>
    </p:spTree>
    <p:extLst>
      <p:ext uri="{BB962C8B-B14F-4D97-AF65-F5344CB8AC3E}">
        <p14:creationId xmlns:p14="http://schemas.microsoft.com/office/powerpoint/2010/main" val="1560768788"/>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449389"/>
            <a:ext cx="10801350" cy="439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a:extLst>
              <a:ext uri="{FF2B5EF4-FFF2-40B4-BE49-F238E27FC236}">
                <a16:creationId xmlns:a16="http://schemas.microsoft.com/office/drawing/2014/main" id="{E750A286-84E1-2743-9851-DBA31C9E713F}"/>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83498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845E0592-16A3-6C47-B3F4-79A4DADC8378}"/>
              </a:ext>
            </a:extLst>
          </p:cNvPr>
          <p:cNvSpPr>
            <a:spLocks noGrp="1"/>
          </p:cNvSpPr>
          <p:nvPr>
            <p:ph type="sldNum" sz="quarter" idx="12"/>
          </p:nvPr>
        </p:nvSpPr>
        <p:spPr>
          <a:xfrm>
            <a:off x="358599" y="6334128"/>
            <a:ext cx="358599" cy="263471"/>
          </a:xfrm>
          <a:prstGeom prst="rect">
            <a:avLst/>
          </a:prstGeom>
        </p:spPr>
        <p:txBody>
          <a:bodyPr/>
          <a:lstStyle>
            <a:lvl1pPr algn="l">
              <a:defRPr b="1" i="0">
                <a:latin typeface="Century Gothic" panose="020B0502020202020204" pitchFamily="34" charset="0"/>
              </a:defRPr>
            </a:lvl1pPr>
          </a:lstStyle>
          <a:p>
            <a:fld id="{0B868178-02AE-42FC-958D-6B8F13B60175}" type="slidenum">
              <a:rPr lang="en-GB" smtClean="0"/>
              <a:pPr/>
              <a:t>‹#›</a:t>
            </a:fld>
            <a:endParaRPr lang="en-GB"/>
          </a:p>
        </p:txBody>
      </p:sp>
      <p:sp>
        <p:nvSpPr>
          <p:cNvPr id="3" name="Footer Placeholder 2">
            <a:extLst>
              <a:ext uri="{FF2B5EF4-FFF2-40B4-BE49-F238E27FC236}">
                <a16:creationId xmlns:a16="http://schemas.microsoft.com/office/drawing/2014/main" id="{E09C3A19-1701-CB41-A94D-A971F4EFFEA3}"/>
              </a:ext>
            </a:extLst>
          </p:cNvPr>
          <p:cNvSpPr>
            <a:spLocks noGrp="1"/>
          </p:cNvSpPr>
          <p:nvPr>
            <p:ph type="ftr" sz="quarter" idx="13"/>
          </p:nvPr>
        </p:nvSpPr>
        <p:spPr/>
        <p:txBody>
          <a:bodyPr/>
          <a:lstStyle/>
          <a:p>
            <a:endParaRPr lang="en-GB">
              <a:solidFill>
                <a:srgbClr val="6400AA"/>
              </a:solidFill>
            </a:endParaRPr>
          </a:p>
        </p:txBody>
      </p:sp>
      <p:sp>
        <p:nvSpPr>
          <p:cNvPr id="4" name="Date Placeholder 3">
            <a:extLst>
              <a:ext uri="{FF2B5EF4-FFF2-40B4-BE49-F238E27FC236}">
                <a16:creationId xmlns:a16="http://schemas.microsoft.com/office/drawing/2014/main" id="{C0B8CD5E-6DDE-F843-A2ED-735B3D5D1AD8}"/>
              </a:ext>
            </a:extLst>
          </p:cNvPr>
          <p:cNvSpPr>
            <a:spLocks noGrp="1"/>
          </p:cNvSpPr>
          <p:nvPr>
            <p:ph type="dt" sz="half" idx="14"/>
          </p:nvPr>
        </p:nvSpPr>
        <p:spPr/>
        <p:txBody>
          <a:bodyPr/>
          <a:lstStyle/>
          <a:p>
            <a:fld id="{6D624208-EA8E-EF41-B3CA-D8FA738CCB46}" type="datetime8">
              <a:rPr lang="en-GB" smtClean="0"/>
              <a:t>20/10/2025 02:25</a:t>
            </a:fld>
            <a:endParaRPr lang="en-GB"/>
          </a:p>
        </p:txBody>
      </p:sp>
      <p:sp>
        <p:nvSpPr>
          <p:cNvPr id="6" name="Title Placeholder 1">
            <a:extLst>
              <a:ext uri="{FF2B5EF4-FFF2-40B4-BE49-F238E27FC236}">
                <a16:creationId xmlns:a16="http://schemas.microsoft.com/office/drawing/2014/main" id="{78260105-F74C-4C55-B71D-328336EDA74B}"/>
              </a:ext>
            </a:extLst>
          </p:cNvPr>
          <p:cNvSpPr>
            <a:spLocks noGrp="1"/>
          </p:cNvSpPr>
          <p:nvPr>
            <p:ph type="title"/>
          </p:nvPr>
        </p:nvSpPr>
        <p:spPr>
          <a:xfrm>
            <a:off x="389155" y="180368"/>
            <a:ext cx="11451629" cy="794022"/>
          </a:xfrm>
          <a:prstGeom prst="rect">
            <a:avLst/>
          </a:prstGeom>
        </p:spPr>
        <p:txBody>
          <a:bodyPr vert="horz" lIns="0" tIns="0" rIns="0" bIns="0" rtlCol="0" anchor="t" anchorCtr="0">
            <a:noAutofit/>
          </a:bodyPr>
          <a:lstStyle/>
          <a:p>
            <a:r>
              <a:rPr lang="en-US"/>
              <a:t>Click to edit Master title style</a:t>
            </a:r>
            <a:endParaRPr lang="en-GB"/>
          </a:p>
        </p:txBody>
      </p:sp>
      <p:sp>
        <p:nvSpPr>
          <p:cNvPr id="8" name="Text Placeholder 2">
            <a:extLst>
              <a:ext uri="{FF2B5EF4-FFF2-40B4-BE49-F238E27FC236}">
                <a16:creationId xmlns:a16="http://schemas.microsoft.com/office/drawing/2014/main" id="{1D653171-2370-4DE5-944A-1FDDF5D1B808}"/>
              </a:ext>
            </a:extLst>
          </p:cNvPr>
          <p:cNvSpPr>
            <a:spLocks noGrp="1"/>
          </p:cNvSpPr>
          <p:nvPr>
            <p:ph idx="1"/>
          </p:nvPr>
        </p:nvSpPr>
        <p:spPr>
          <a:xfrm>
            <a:off x="358599" y="1118863"/>
            <a:ext cx="11482184" cy="505342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585152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Static Title1">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7805752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5082910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81AA90-2075-F6FC-5E4A-2C2D9B4C4261}"/>
              </a:ext>
            </a:extLst>
          </p:cNvPr>
          <p:cNvSpPr>
            <a:spLocks noGrp="1"/>
          </p:cNvSpPr>
          <p:nvPr>
            <p:ph type="title"/>
          </p:nvPr>
        </p:nvSpPr>
        <p:spPr>
          <a:xfrm>
            <a:off x="695325" y="603063"/>
            <a:ext cx="10801350" cy="358775"/>
          </a:xfrm>
        </p:spPr>
        <p:txBody>
          <a:bodyPr/>
          <a:lstStyle/>
          <a:p>
            <a:r>
              <a:rPr lang="en-GB"/>
              <a:t>Click to edit Master title style</a:t>
            </a:r>
          </a:p>
        </p:txBody>
      </p:sp>
      <p:sp>
        <p:nvSpPr>
          <p:cNvPr id="6" name="Text Placeholder 5">
            <a:extLst>
              <a:ext uri="{FF2B5EF4-FFF2-40B4-BE49-F238E27FC236}">
                <a16:creationId xmlns:a16="http://schemas.microsoft.com/office/drawing/2014/main" id="{8AD77DC6-D326-3D5D-C23F-576220920187}"/>
              </a:ext>
            </a:extLst>
          </p:cNvPr>
          <p:cNvSpPr>
            <a:spLocks noGrp="1"/>
          </p:cNvSpPr>
          <p:nvPr>
            <p:ph type="body" sz="quarter" idx="10"/>
          </p:nvPr>
        </p:nvSpPr>
        <p:spPr>
          <a:xfrm>
            <a:off x="695325" y="1067206"/>
            <a:ext cx="10801350" cy="212259"/>
          </a:xfrm>
        </p:spPr>
        <p:txBody>
          <a:bodyPr>
            <a:noAutofit/>
          </a:bodyPr>
          <a:lstStyle>
            <a:lvl1pPr marL="0" indent="0">
              <a:buNone/>
              <a:defRPr sz="1800" b="1" i="0">
                <a:solidFill>
                  <a:schemeClr val="tx2"/>
                </a:solidFill>
                <a:latin typeface="Cabinet Grotesk" pitchFamily="2" charset="77"/>
              </a:defRPr>
            </a:lvl1pPr>
          </a:lstStyle>
          <a:p>
            <a:pPr lvl="0"/>
            <a:r>
              <a:rPr lang="en-GB"/>
              <a:t>Click to edit Master text styles</a:t>
            </a:r>
          </a:p>
        </p:txBody>
      </p:sp>
    </p:spTree>
    <p:extLst>
      <p:ext uri="{BB962C8B-B14F-4D97-AF65-F5344CB8AC3E}">
        <p14:creationId xmlns:p14="http://schemas.microsoft.com/office/powerpoint/2010/main" val="2159422931"/>
      </p:ext>
    </p:extLst>
  </p:cSld>
  <p:clrMapOvr>
    <a:masterClrMapping/>
  </p:clrMapOvr>
  <p:extLst>
    <p:ext uri="{DCECCB84-F9BA-43D5-87BE-67443E8EF086}">
      <p15:sldGuideLst xmlns:p15="http://schemas.microsoft.com/office/powerpoint/2012/main">
        <p15:guide id="1" orient="horz" pos="100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White Contents ">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87209CD6-697F-C562-D618-AF565DC15C9C}"/>
              </a:ext>
            </a:extLst>
          </p:cNvPr>
          <p:cNvSpPr>
            <a:spLocks noGrp="1"/>
          </p:cNvSpPr>
          <p:nvPr>
            <p:ph sz="half" idx="1"/>
          </p:nvPr>
        </p:nvSpPr>
        <p:spPr>
          <a:xfrm>
            <a:off x="695325" y="1456531"/>
            <a:ext cx="10801350" cy="4351338"/>
          </a:xfrm>
        </p:spPr>
        <p:txBody>
          <a:bodyPr/>
          <a:lstStyle>
            <a:lvl1pPr marL="0" indent="0">
              <a:buNone/>
              <a:defRPr/>
            </a:lvl1pPr>
          </a:lstStyle>
          <a:p>
            <a:pPr lvl="0"/>
            <a:endParaRPr lang="en-GB"/>
          </a:p>
        </p:txBody>
      </p:sp>
      <p:sp>
        <p:nvSpPr>
          <p:cNvPr id="4" name="Title 3">
            <a:extLst>
              <a:ext uri="{FF2B5EF4-FFF2-40B4-BE49-F238E27FC236}">
                <a16:creationId xmlns:a16="http://schemas.microsoft.com/office/drawing/2014/main" id="{9BC1A2D0-EFA9-85E8-8C4E-80FD54ECCDC9}"/>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1850313794"/>
      </p:ext>
    </p:extLst>
  </p:cSld>
  <p:clrMapOvr>
    <a:masterClrMapping/>
  </p:clrMapOvr>
</p:sldLayout>
</file>

<file path=ppt/slideMasters/_rels/slideMaster1.xml.rels><?xml version="1.0" encoding="UTF-8"?><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5" y="603063"/>
            <a:ext cx="10515600" cy="358775"/>
          </a:xfrm>
          <a:prstGeom prst="rect">
            <a:avLst/>
          </a:prstGeom>
        </p:spPr>
        <p:txBody>
          <a:bodyPr vert="horz" lIns="0" tIns="0" rIns="0" bIns="0" rtlCol="0" anchor="ctr">
            <a:noAutofit/>
          </a:bodyPr>
          <a:lstStyle/>
          <a:p>
            <a:r>
              <a:rPr lang="en-US"/>
              <a:t>Click to edit Master title style</a:t>
            </a:r>
          </a:p>
        </p:txBody>
      </p:sp>
      <p:sp>
        <p:nvSpPr>
          <p:cNvPr id="3" name="Text Placeholder 2"/>
          <p:cNvSpPr>
            <a:spLocks noGrp="1"/>
          </p:cNvSpPr>
          <p:nvPr>
            <p:ph type="body" idx="1"/>
          </p:nvPr>
        </p:nvSpPr>
        <p:spPr>
          <a:xfrm>
            <a:off x="695325" y="1449388"/>
            <a:ext cx="10801350" cy="41116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pic>
        <p:nvPicPr>
          <p:cNvPr id="5" name="Picture 4" descr="A picture containing company name  Description automatically generated">
            <a:extLst>
              <a:ext uri="{FF2B5EF4-FFF2-40B4-BE49-F238E27FC236}">
                <a16:creationId xmlns:a16="http://schemas.microsoft.com/office/drawing/2014/main" id="{B6535292-CA8D-1051-4B9D-A53B06A1AB06}"/>
              </a:ext>
            </a:extLst>
          </p:cNvPr>
          <p:cNvPicPr>
            <a:picLocks noChangeAspect="1"/>
          </p:cNvPicPr>
          <p:nvPr userDrawn="1"/>
        </p:nvPicPr>
        <p:blipFill>
          <a:blip r:embed="rId60" cstate="screen">
            <a:extLst>
              <a:ext uri="{28A0092B-C50C-407E-A947-70E740481C1C}">
                <a14:useLocalDpi xmlns:a14="http://schemas.microsoft.com/office/drawing/2010/main"/>
              </a:ext>
            </a:extLst>
          </a:blip>
          <a:stretch>
            <a:fillRect/>
          </a:stretch>
        </p:blipFill>
        <p:spPr>
          <a:xfrm>
            <a:off x="695325" y="6003429"/>
            <a:ext cx="1045793" cy="428687"/>
          </a:xfrm>
          <a:prstGeom prst="rect">
            <a:avLst/>
          </a:prstGeom>
        </p:spPr>
      </p:pic>
    </p:spTree>
    <p:extLst>
      <p:ext uri="{BB962C8B-B14F-4D97-AF65-F5344CB8AC3E}">
        <p14:creationId xmlns:p14="http://schemas.microsoft.com/office/powerpoint/2010/main" val="11442031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txStyles>
    <p:titleStyle>
      <a:lvl1pPr algn="l" defTabSz="914400" rtl="0" eaLnBrk="1" latinLnBrk="0" hangingPunct="1">
        <a:lnSpc>
          <a:spcPct val="90000"/>
        </a:lnSpc>
        <a:spcBef>
          <a:spcPct val="0"/>
        </a:spcBef>
        <a:buNone/>
        <a:defRPr sz="4000" b="1" i="0" kern="1200">
          <a:solidFill>
            <a:schemeClr val="tx1"/>
          </a:solidFill>
          <a:latin typeface="Cabinet Grotesk" pitchFamily="2" charset="77"/>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b="1" i="0" kern="1200">
          <a:solidFill>
            <a:schemeClr val="tx1"/>
          </a:solidFill>
          <a:latin typeface="Cabinet Grotesk" pitchFamily="2" charset="77"/>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200" kern="1200">
          <a:solidFill>
            <a:schemeClr val="accent6"/>
          </a:solidFill>
          <a:latin typeface="+mn-lt"/>
          <a:ea typeface="+mn-ea"/>
          <a:cs typeface="+mn-cs"/>
        </a:defRPr>
      </a:lvl2pPr>
      <a:lvl3pPr marL="144000" indent="-144000" algn="l" defTabSz="914400" rtl="0" eaLnBrk="1" latinLnBrk="0" hangingPunct="1">
        <a:lnSpc>
          <a:spcPct val="100000"/>
        </a:lnSpc>
        <a:spcBef>
          <a:spcPts val="500"/>
        </a:spcBef>
        <a:buFont typeface="Arial" panose="020B0604020202020204" pitchFamily="34" charset="0"/>
        <a:buChar char="•"/>
        <a:defRPr sz="1100" kern="1200">
          <a:solidFill>
            <a:schemeClr val="accent6"/>
          </a:solidFill>
          <a:latin typeface="+mn-lt"/>
          <a:ea typeface="+mn-ea"/>
          <a:cs typeface="+mn-cs"/>
        </a:defRPr>
      </a:lvl3pPr>
      <a:lvl4pPr marL="460800" indent="-228600" algn="l" defTabSz="914400" rtl="0" eaLnBrk="1" latinLnBrk="0" hangingPunct="1">
        <a:lnSpc>
          <a:spcPct val="100000"/>
        </a:lnSpc>
        <a:spcBef>
          <a:spcPts val="500"/>
        </a:spcBef>
        <a:buFont typeface="Arial" panose="020B0604020202020204" pitchFamily="34" charset="0"/>
        <a:buChar char="•"/>
        <a:defRPr sz="1050" b="0" i="0" kern="1200">
          <a:solidFill>
            <a:schemeClr val="accent6"/>
          </a:solidFill>
          <a:latin typeface="Cabinet Grotesk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p15:clr>
            <a:srgbClr val="F26B43"/>
          </p15:clr>
        </p15:guide>
        <p15:guide id="3" orient="horz" pos="572">
          <p15:clr>
            <a:srgbClr val="F26B43"/>
          </p15:clr>
        </p15:guide>
        <p15:guide id="4" orient="horz" pos="913">
          <p15:clr>
            <a:srgbClr val="F26B43"/>
          </p15:clr>
        </p15:guide>
        <p15:guide id="5" orient="horz" pos="346">
          <p15:clr>
            <a:srgbClr val="F26B43"/>
          </p15:clr>
        </p15:guide>
        <p15:guide id="6" pos="7242">
          <p15:clr>
            <a:srgbClr val="F26B43"/>
          </p15:clr>
        </p15:guide>
        <p15:guide id="7" orient="horz" pos="3521">
          <p15:clr>
            <a:srgbClr val="F26B43"/>
          </p15:clr>
        </p15:guide>
      </p15:sldGuideLst>
    </p:ext>
  </p:extLst>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8.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44.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0D918C-D6ED-786B-C783-F80BF466ACB4}"/>
              </a:ext>
            </a:extLst>
          </p:cNvPr>
          <p:cNvSpPr>
            <a:spLocks noGrp="1"/>
          </p:cNvSpPr>
          <p:nvPr>
            <p:ph type="subTitle" idx="1"/>
          </p:nvPr>
        </p:nvSpPr>
        <p:spPr>
          <a:xfrm>
            <a:off x="768350" y="2462772"/>
            <a:ext cx="9552810" cy="1655762"/>
          </a:xfrm>
        </p:spPr>
        <p:txBody>
          <a:bodyPr>
            <a:normAutofit/>
          </a:bodyPr>
          <a:lstStyle/>
          <a:p>
            <a:pPr>
              <a:lnSpc>
                <a:spcPct val="90000"/>
              </a:lnSpc>
              <a:spcBef>
                <a:spcPct val="0"/>
              </a:spcBef>
            </a:pPr>
            <a:r>
              <a:rPr lang="en-GB" sz="3200" b="1">
                <a:ea typeface="+mj-ea"/>
                <a:cs typeface="+mj-cs"/>
              </a:rPr>
              <a:t>CDH Bridge – Closing the Data Gap in Pega CDH</a:t>
            </a:r>
          </a:p>
          <a:p>
            <a:pPr>
              <a:lnSpc>
                <a:spcPct val="90000"/>
              </a:lnSpc>
              <a:spcBef>
                <a:spcPct val="0"/>
              </a:spcBef>
            </a:pPr>
            <a:r>
              <a:rPr lang="en-GB" sz="2000" b="0">
                <a:ea typeface="+mj-ea"/>
                <a:cs typeface="+mj-cs"/>
              </a:rPr>
              <a:t>Real-Time Customer Data Platform for Pega CDH</a:t>
            </a:r>
          </a:p>
          <a:p>
            <a:pPr>
              <a:lnSpc>
                <a:spcPct val="90000"/>
              </a:lnSpc>
              <a:spcBef>
                <a:spcPct val="0"/>
              </a:spcBef>
            </a:pPr>
            <a:r>
              <a:rPr lang="en-GB" sz="1600" b="0">
                <a:ea typeface="+mj-ea"/>
                <a:cs typeface="+mj-cs"/>
              </a:rPr>
              <a:t>DCS | wearedcs.com | 2026</a:t>
            </a:r>
          </a:p>
        </p:txBody>
      </p:sp>
      <p:sp>
        <p:nvSpPr>
          <p:cNvPr id="5" name="Text Placeholder 4">
            <a:extLst>
              <a:ext uri="{FF2B5EF4-FFF2-40B4-BE49-F238E27FC236}">
                <a16:creationId xmlns:a16="http://schemas.microsoft.com/office/drawing/2014/main" id="{3C3F2D7B-C905-6BB9-99BC-4044D40B0058}"/>
              </a:ext>
            </a:extLst>
          </p:cNvPr>
          <p:cNvSpPr>
            <a:spLocks noGrp="1"/>
          </p:cNvSpPr>
          <p:nvPr>
            <p:ph type="body" sz="quarter" idx="10"/>
          </p:nvPr>
        </p:nvSpPr>
        <p:spPr>
          <a:xfrm>
            <a:off x="768350" y="5221224"/>
            <a:ext cx="2139315" cy="458251"/>
          </a:xfrm>
        </p:spPr>
        <p:txBody>
          <a:bodyPr>
            <a:normAutofit/>
          </a:bodyPr>
          <a:lstStyle/>
          <a:p>
            <a:pPr>
              <a:spcBef>
                <a:spcPts val="500"/>
              </a:spcBef>
              <a:spcAft>
                <a:spcPts val="50"/>
              </a:spcAft>
            </a:pPr>
            <a:r>
              <a:rPr lang="en-GB">
                <a:latin typeface="+mj-lt"/>
                <a:cs typeface="Segoe UI"/>
              </a:rPr>
              <a:t>June 2026</a:t>
            </a:r>
            <a:endParaRPr lang="en-GB" b="0">
              <a:latin typeface="+mn-lt"/>
            </a:endParaRPr>
          </a:p>
        </p:txBody>
      </p:sp>
    </p:spTree>
    <p:extLst>
      <p:ext uri="{BB962C8B-B14F-4D97-AF65-F5344CB8AC3E}">
        <p14:creationId xmlns:p14="http://schemas.microsoft.com/office/powerpoint/2010/main" val="4209580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sz="2400"/>
              <a:t>Pega CDH Is Only As Smart As the Data It Receives</a:t>
            </a:r>
          </a:p>
        </p:txBody>
      </p:sp>
      <p:sp>
        <p:nvSpPr>
          <p:cNvPr id="3" name="Content 2"/>
          <p:cNvSpPr>
            <a:spLocks noGrp="1"/>
          </p:cNvSpPr>
          <p:nvPr>
            <p:ph idx="1"/>
          </p:nvPr>
        </p:nvSpPr>
        <p:spPr/>
        <p:txBody>
          <a:bodyPr/>
          <a:lstStyle/>
          <a:p>
            <a:r>
              <a:rPr lang="en-GB" b="1" sz="2000"/>
              <a:t>The problem every Pega CDH customer faces</a:t>
            </a:r>
          </a:p>
          <a:p>
            <a:r>
              <a:rPr lang="en-GB" sz="1600"/>
              <a:t>●  24–48 hour data latency — NBA decisions made on yesterday’s behaviour</a:t>
            </a:r>
          </a:p>
          <a:p>
            <a:r>
              <a:rPr lang="en-GB" sz="1600"/>
              <a:t>●  Siloed data — CRM, DWH, CCaaS and web all disconnected. CDH sees none of it.</a:t>
            </a:r>
          </a:p>
          <a:p>
            <a:r>
              <a:rPr lang="en-GB" sz="1600"/>
              <a:t>●  No native CDP — customers spend $2–5M in SI fees to build data plumbing manually</a:t>
            </a:r>
          </a:p>
          <a:p>
            <a:r>
              <a:rPr lang="en-GB" sz="1400" i="1"/>
              <a:t>“Only 17% of enterprises with Pega CDH report high real-time personalisation utilisation” — Forrester 2024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Every Pega CDH Customer Has This Gap</a:t>
            </a:r>
          </a:p>
        </p:txBody>
      </p:sp>
      <p:sp>
        <p:nvSpPr>
          <p:cNvPr id="3" name="Badge 1"/>
          <p:cNvSpPr>
            <a:spLocks noGrp="1"/>
          </p:cNvSpPr>
          <p:nvPr>
            <p:ph type="body" idx="11"/>
          </p:nvPr>
        </p:nvSpPr>
        <p:spPr/>
        <p:txBody>
          <a:bodyPr/>
          <a:lstStyle/>
          <a:p>
            <a:r>
              <a:rPr lang="en-GB" b="1"/>
              <a:t>01</a:t>
            </a:r>
          </a:p>
        </p:txBody>
      </p:sp>
      <p:sp>
        <p:nvSpPr>
          <p:cNvPr id="4" name="Col 1"/>
          <p:cNvSpPr>
            <a:spLocks noGrp="1"/>
          </p:cNvSpPr>
          <p:nvPr>
            <p:ph type="body" idx="10"/>
          </p:nvPr>
        </p:nvSpPr>
        <p:spPr/>
        <p:txBody>
          <a:bodyPr/>
          <a:lstStyle/>
          <a:p>
            <a:r>
              <a:rPr lang="en-GB" b="1" sz="3200"/>
              <a:t>1,000+</a:t>
            </a:r>
          </a:p>
          <a:p>
            <a:r>
              <a:rPr lang="en-GB" sz="1400"/>
              <a:t>Global enterprises running Pega CDH today</a:t>
            </a:r>
          </a:p>
        </p:txBody>
      </p:sp>
      <p:sp>
        <p:nvSpPr>
          <p:cNvPr id="5" name="Badge 2"/>
          <p:cNvSpPr>
            <a:spLocks noGrp="1"/>
          </p:cNvSpPr>
          <p:nvPr>
            <p:ph type="body" idx="13"/>
          </p:nvPr>
        </p:nvSpPr>
        <p:spPr/>
        <p:txBody>
          <a:bodyPr/>
          <a:lstStyle/>
          <a:p>
            <a:r>
              <a:rPr lang="en-GB" b="1"/>
              <a:t>02</a:t>
            </a:r>
          </a:p>
        </p:txBody>
      </p:sp>
      <p:sp>
        <p:nvSpPr>
          <p:cNvPr id="6" name="Col 2"/>
          <p:cNvSpPr>
            <a:spLocks noGrp="1"/>
          </p:cNvSpPr>
          <p:nvPr>
            <p:ph type="body" idx="12"/>
          </p:nvPr>
        </p:nvSpPr>
        <p:spPr/>
        <p:txBody>
          <a:bodyPr/>
          <a:lstStyle/>
          <a:p>
            <a:r>
              <a:rPr lang="en-GB" b="1" sz="3200"/>
              <a:t>$2–5M</a:t>
            </a:r>
          </a:p>
          <a:p>
            <a:r>
              <a:rPr lang="en-GB" sz="1400"/>
              <a:t>Average SI cost to build CDH data integration per client</a:t>
            </a:r>
          </a:p>
        </p:txBody>
      </p:sp>
      <p:sp>
        <p:nvSpPr>
          <p:cNvPr id="7" name="Badge 3"/>
          <p:cNvSpPr>
            <a:spLocks noGrp="1"/>
          </p:cNvSpPr>
          <p:nvPr>
            <p:ph type="body" idx="17"/>
          </p:nvPr>
        </p:nvSpPr>
        <p:spPr/>
        <p:txBody>
          <a:bodyPr/>
          <a:lstStyle/>
          <a:p>
            <a:r>
              <a:rPr lang="en-GB" b="1"/>
              <a:t>03</a:t>
            </a:r>
          </a:p>
        </p:txBody>
      </p:sp>
      <p:sp>
        <p:nvSpPr>
          <p:cNvPr id="8" name="Col 3"/>
          <p:cNvSpPr>
            <a:spLocks noGrp="1"/>
          </p:cNvSpPr>
          <p:nvPr>
            <p:ph type="body" idx="16"/>
          </p:nvPr>
        </p:nvSpPr>
        <p:spPr/>
        <p:txBody>
          <a:bodyPr/>
          <a:lstStyle/>
          <a:p>
            <a:r>
              <a:rPr lang="en-GB" b="1" sz="3200"/>
              <a:t>12%</a:t>
            </a:r>
          </a:p>
          <a:p>
            <a:r>
              <a:rPr lang="en-GB" sz="1400"/>
              <a:t>Average NBA acceptance rate without real-time data</a:t>
            </a:r>
          </a:p>
        </p:txBody>
      </p:sp>
      <p:sp>
        <p:nvSpPr>
          <p:cNvPr id="9" name="Badge 4"/>
          <p:cNvSpPr>
            <a:spLocks noGrp="1"/>
          </p:cNvSpPr>
          <p:nvPr>
            <p:ph type="body" idx="19"/>
          </p:nvPr>
        </p:nvSpPr>
        <p:spPr/>
        <p:txBody>
          <a:bodyPr/>
          <a:lstStyle/>
          <a:p>
            <a:r>
              <a:rPr lang="en-GB" b="1"/>
              <a:t>04</a:t>
            </a:r>
          </a:p>
        </p:txBody>
      </p:sp>
      <p:sp>
        <p:nvSpPr>
          <p:cNvPr id="10" name="Col 4"/>
          <p:cNvSpPr>
            <a:spLocks noGrp="1"/>
          </p:cNvSpPr>
          <p:nvPr>
            <p:ph type="body" idx="18"/>
          </p:nvPr>
        </p:nvSpPr>
        <p:spPr/>
        <p:txBody>
          <a:bodyPr/>
          <a:lstStyle/>
          <a:p>
            <a:r>
              <a:rPr lang="en-GB" b="1" sz="3200"/>
              <a:t>+23%</a:t>
            </a:r>
          </a:p>
          <a:p>
            <a:r>
              <a:rPr lang="en-GB" sz="1400"/>
              <a:t>Improvement with CDH Bridge unified real-time profiles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CDH Bridge – The Missing Data Layer for Pega CDH</a:t>
            </a:r>
          </a:p>
        </p:txBody>
      </p:sp>
      <p:sp>
        <p:nvSpPr>
          <p:cNvPr id="3" name="Badge 1"/>
          <p:cNvSpPr>
            <a:spLocks noGrp="1"/>
          </p:cNvSpPr>
          <p:nvPr>
            <p:ph type="body" idx="11"/>
          </p:nvPr>
        </p:nvSpPr>
        <p:spPr/>
        <p:txBody>
          <a:bodyPr/>
          <a:lstStyle/>
          <a:p>
            <a:r>
              <a:rPr lang="en-GB" b="1"/>
              <a:t>01</a:t>
            </a:r>
          </a:p>
        </p:txBody>
      </p:sp>
      <p:sp>
        <p:nvSpPr>
          <p:cNvPr id="4" name="Col 1"/>
          <p:cNvSpPr>
            <a:spLocks noGrp="1"/>
          </p:cNvSpPr>
          <p:nvPr>
            <p:ph type="body" idx="10"/>
          </p:nvPr>
        </p:nvSpPr>
        <p:spPr/>
        <p:txBody>
          <a:bodyPr/>
          <a:lstStyle/>
          <a:p>
            <a:r>
              <a:rPr lang="en-GB" b="1" sz="2200"/>
              <a:t>Live in 30 Days</a:t>
            </a:r>
          </a:p>
          <a:p>
            <a:r>
              <a:rPr lang="en-GB" sz="1400"/>
              <a:t>Pre-built connectors. No custom SI build required. First event to CDH in 30 minutes.</a:t>
            </a:r>
          </a:p>
        </p:txBody>
      </p:sp>
      <p:sp>
        <p:nvSpPr>
          <p:cNvPr id="5" name="Badge 2"/>
          <p:cNvSpPr>
            <a:spLocks noGrp="1"/>
          </p:cNvSpPr>
          <p:nvPr>
            <p:ph type="body" idx="13"/>
          </p:nvPr>
        </p:nvSpPr>
        <p:spPr/>
        <p:txBody>
          <a:bodyPr/>
          <a:lstStyle/>
          <a:p>
            <a:r>
              <a:rPr lang="en-GB" b="1"/>
              <a:t>02</a:t>
            </a:r>
          </a:p>
        </p:txBody>
      </p:sp>
      <p:sp>
        <p:nvSpPr>
          <p:cNvPr id="6" name="Col 2"/>
          <p:cNvSpPr>
            <a:spLocks noGrp="1"/>
          </p:cNvSpPr>
          <p:nvPr>
            <p:ph type="body" idx="12"/>
          </p:nvPr>
        </p:nvSpPr>
        <p:spPr/>
        <p:txBody>
          <a:bodyPr/>
          <a:lstStyle/>
          <a:p>
            <a:r>
              <a:rPr lang="en-GB" b="1" sz="2200"/>
              <a:t>Sub-100ms Latency</a:t>
            </a:r>
          </a:p>
          <a:p>
            <a:r>
              <a:rPr lang="en-GB" sz="1400"/>
              <a:t>Redis-backed unified profiles served to Pega CDH before each NBA decision.</a:t>
            </a:r>
          </a:p>
        </p:txBody>
      </p:sp>
      <p:sp>
        <p:nvSpPr>
          <p:cNvPr id="7" name="Badge 3"/>
          <p:cNvSpPr>
            <a:spLocks noGrp="1"/>
          </p:cNvSpPr>
          <p:nvPr>
            <p:ph type="body" idx="17"/>
          </p:nvPr>
        </p:nvSpPr>
        <p:spPr/>
        <p:txBody>
          <a:bodyPr/>
          <a:lstStyle/>
          <a:p>
            <a:r>
              <a:rPr lang="en-GB" b="1"/>
              <a:t>03</a:t>
            </a:r>
          </a:p>
        </p:txBody>
      </p:sp>
      <p:sp>
        <p:nvSpPr>
          <p:cNvPr id="8" name="Col 3"/>
          <p:cNvSpPr>
            <a:spLocks noGrp="1"/>
          </p:cNvSpPr>
          <p:nvPr>
            <p:ph type="body" idx="16"/>
          </p:nvPr>
        </p:nvSpPr>
        <p:spPr/>
        <p:txBody>
          <a:bodyPr/>
          <a:lstStyle/>
          <a:p>
            <a:r>
              <a:rPr lang="en-GB" b="1" sz="2200"/>
              <a:t>15 Pre-Built Connectors</a:t>
            </a:r>
          </a:p>
          <a:p>
            <a:r>
              <a:rPr lang="en-GB" sz="1400"/>
              <a:t>Salesforce, Snowflake, SAP CX, Genesys, MS Dynamics, S3 and more.</a:t>
            </a:r>
          </a:p>
        </p:txBody>
      </p:sp>
      <p:sp>
        <p:nvSpPr>
          <p:cNvPr id="9" name="Badge 4"/>
          <p:cNvSpPr>
            <a:spLocks noGrp="1"/>
          </p:cNvSpPr>
          <p:nvPr>
            <p:ph type="body" idx="19"/>
          </p:nvPr>
        </p:nvSpPr>
        <p:spPr/>
        <p:txBody>
          <a:bodyPr/>
          <a:lstStyle/>
          <a:p>
            <a:r>
              <a:rPr lang="en-GB" b="1"/>
              <a:t>04</a:t>
            </a:r>
          </a:p>
        </p:txBody>
      </p:sp>
      <p:sp>
        <p:nvSpPr>
          <p:cNvPr id="10" name="Col 4"/>
          <p:cNvSpPr>
            <a:spLocks noGrp="1"/>
          </p:cNvSpPr>
          <p:nvPr>
            <p:ph type="body" idx="18"/>
          </p:nvPr>
        </p:nvSpPr>
        <p:spPr/>
        <p:txBody>
          <a:bodyPr/>
          <a:lstStyle/>
          <a:p>
            <a:r>
              <a:rPr lang="en-GB" b="1" sz="2200"/>
              <a:t>Pega-Native Design</a:t>
            </a:r>
          </a:p>
          <a:p>
            <a:r>
              <a:rPr lang="en-GB" sz="1400"/>
              <a:t>Auto-maps to CDH Interaction History schema. Certified for all 4 CDH integration points.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The CDH Bridge Architecture</a:t>
            </a:r>
          </a:p>
        </p:txBody>
      </p:sp>
      <p:sp>
        <p:nvSpPr>
          <p:cNvPr id="3" name="Subtitle 2"/>
          <p:cNvSpPr>
            <a:spLocks noGrp="1"/>
          </p:cNvSpPr>
          <p:nvPr>
            <p:ph type="subTitle" idx="1"/>
          </p:nvPr>
        </p:nvSpPr>
        <p:spPr/>
        <p:txBody>
          <a:bodyPr/>
          <a:lstStyle/>
          <a:p>
            <a:r>
              <a:rPr lang="en-GB" sz="1800"/>
              <a:t>Real-time data flows from any source to Pega CDH in under 100ms</a:t>
            </a:r>
          </a:p>
        </p:txBody>
      </p:sp>
      <p:sp>
        <p:nvSpPr>
          <p:cNvPr id="4" name="Content 3"/>
          <p:cNvSpPr>
            <a:spLocks noGrp="1"/>
          </p:cNvSpPr>
          <p:nvPr>
            <p:ph idx="2"/>
          </p:nvPr>
        </p:nvSpPr>
        <p:spPr/>
        <p:txBody>
          <a:bodyPr/>
          <a:lstStyle/>
          <a:p>
            <a:r>
              <a:rPr lang="en-GB" b="1" sz="1400"/>
              <a:t>DATA SOURCES</a:t>
            </a:r>
            <a:r>
              <a:rPr lang="en-GB" sz="1400"/>
              <a:t xml:space="preserve">   →   </a:t>
            </a:r>
            <a:r>
              <a:rPr lang="en-GB" b="1" sz="1400"/>
              <a:t>CDH BRIDGE</a:t>
            </a:r>
            <a:r>
              <a:rPr lang="en-GB" sz="1400"/>
              <a:t xml:space="preserve">   →   </a:t>
            </a:r>
            <a:r>
              <a:rPr lang="en-GB" b="1" sz="1400"/>
              <a:t>PEGA CDH</a:t>
            </a:r>
            <a:r>
              <a:rPr lang="en-GB" sz="1400"/>
              <a:t xml:space="preserve">   →   </a:t>
            </a:r>
            <a:r>
              <a:rPr lang="en-GB" b="1" sz="1400"/>
              <a:t>OUTCOMES</a:t>
            </a:r>
          </a:p>
          <a:p>
            <a:r>
              <a:rPr lang="en-GB" sz="1300"/>
              <a:t>Salesforce CRM</a:t>
            </a:r>
            <a:r>
              <a:rPr lang="en-GB" sz="1300"/>
              <a:t xml:space="preserve">          Event Collector          </a:t>
            </a:r>
            <a:r>
              <a:rPr lang="en-GB" sz="1300"/>
              <a:t>Interaction History</a:t>
            </a:r>
            <a:r>
              <a:rPr lang="en-GB" sz="1300"/>
              <a:t xml:space="preserve">     +23% NBA lift</a:t>
            </a:r>
          </a:p>
          <a:p>
            <a:r>
              <a:rPr lang="en-GB" sz="1300"/>
              <a:t>Snowflake DW</a:t>
            </a:r>
            <a:r>
              <a:rPr lang="en-GB" sz="1300"/>
              <a:t xml:space="preserve">              Profile Router              </a:t>
            </a:r>
            <a:r>
              <a:rPr lang="en-GB" sz="1300"/>
              <a:t>Customer Profile</a:t>
            </a:r>
            <a:r>
              <a:rPr lang="en-GB" sz="1300"/>
              <a:t xml:space="preserve">          &lt;100ms latency</a:t>
            </a:r>
          </a:p>
          <a:p>
            <a:r>
              <a:rPr lang="en-GB" sz="1300"/>
              <a:t>Genesys CCaaS</a:t>
            </a:r>
            <a:r>
              <a:rPr lang="en-GB" sz="1300"/>
              <a:t xml:space="preserve">         Identity Resolution       </a:t>
            </a:r>
            <a:r>
              <a:rPr lang="en-GB" sz="1300"/>
              <a:t>NBA Engine</a:t>
            </a:r>
            <a:r>
              <a:rPr lang="en-GB" sz="1300"/>
              <a:t xml:space="preserve">                  94% match rate</a:t>
            </a:r>
          </a:p>
          <a:p>
            <a:r>
              <a:rPr lang="en-GB" sz="1300"/>
              <a:t>Web / Mobile SDK</a:t>
            </a:r>
            <a:r>
              <a:rPr lang="en-GB" sz="1300"/>
              <a:t xml:space="preserve">         Consent Layer             </a:t>
            </a:r>
            <a:r>
              <a:rPr lang="en-GB" sz="1300"/>
              <a:t>Adaptive Models</a:t>
            </a:r>
            <a:r>
              <a:rPr lang="en-GB" sz="1300"/>
              <a:t xml:space="preserve">         30-day go-live</a:t>
            </a:r>
          </a:p>
          <a:p>
            <a:r>
              <a:rPr lang="en-GB" sz="1300"/>
              <a:t>SAP CX / S3</a:t>
            </a:r>
            <a:r>
              <a:rPr lang="en-GB" sz="1300"/>
              <a:t xml:space="preserve">             15-Connector Pack         </a:t>
            </a:r>
            <a:r>
              <a:rPr lang="en-GB" sz="1300"/>
              <a:t>Decision Analytics</a:t>
            </a:r>
            <a:r>
              <a:rPr lang="en-GB" sz="1300"/>
              <a:t xml:space="preserve">      GDPR compliant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Five Features. One Product. Zero Custom Build.</a:t>
            </a:r>
          </a:p>
        </p:txBody>
      </p:sp>
      <p:sp>
        <p:nvSpPr>
          <p:cNvPr id="3" name="Badge1"/>
          <p:cNvSpPr>
            <a:spLocks noGrp="1"/>
          </p:cNvSpPr>
          <p:nvPr>
            <p:ph type="body" idx="11"/>
          </p:nvPr>
        </p:nvSpPr>
        <p:spPr/>
        <p:txBody>
          <a:bodyPr/>
          <a:lstStyle/>
          <a:p>
            <a:r>
              <a:rPr lang="en-GB" b="1"/>
              <a:t>01</a:t>
            </a:r>
          </a:p>
        </p:txBody>
      </p:sp>
      <p:sp>
        <p:nvSpPr>
          <p:cNvPr id="4" name="Content1"/>
          <p:cNvSpPr>
            <a:spLocks noGrp="1"/>
          </p:cNvSpPr>
          <p:nvPr>
            <p:ph type="body" idx="10"/>
          </p:nvPr>
        </p:nvSpPr>
        <p:spPr/>
        <p:txBody>
          <a:bodyPr/>
          <a:lstStyle/>
          <a:p>
            <a:r>
              <a:rPr lang="en-GB" b="1"/>
              <a:t>Universal Event Collector</a:t>
            </a:r>
          </a:p>
          <a:p>
            <a:r>
              <a:rPr lang="en-GB"/>
              <a:t/>
            </a:r>
          </a:p>
          <a:p>
            <a:r>
              <a:rPr lang="en-GB"/>
              <a:t>2KB JS snippet. Auto-maps events to CDH IH schema. Web, mobile and server-side. Zero custom mapping.</a:t>
            </a:r>
          </a:p>
        </p:txBody>
      </p:sp>
      <p:sp>
        <p:nvSpPr>
          <p:cNvPr id="5" name="Badge2"/>
          <p:cNvSpPr>
            <a:spLocks noGrp="1"/>
          </p:cNvSpPr>
          <p:nvPr>
            <p:ph type="body" idx="13"/>
          </p:nvPr>
        </p:nvSpPr>
        <p:spPr/>
        <p:txBody>
          <a:bodyPr/>
          <a:lstStyle/>
          <a:p>
            <a:r>
              <a:rPr lang="en-GB" b="1"/>
              <a:t>02</a:t>
            </a:r>
          </a:p>
        </p:txBody>
      </p:sp>
      <p:sp>
        <p:nvSpPr>
          <p:cNvPr id="6" name="Content2"/>
          <p:cNvSpPr>
            <a:spLocks noGrp="1"/>
          </p:cNvSpPr>
          <p:nvPr>
            <p:ph type="body" idx="12"/>
          </p:nvPr>
        </p:nvSpPr>
        <p:spPr/>
        <p:txBody>
          <a:bodyPr/>
          <a:lstStyle/>
          <a:p>
            <a:r>
              <a:rPr lang="en-GB" b="1"/>
              <a:t>Profile Unification Router</a:t>
            </a:r>
          </a:p>
          <a:p>
            <a:r>
              <a:rPr lang="en-GB"/>
              <a:t/>
            </a:r>
          </a:p>
          <a:p>
            <a:r>
              <a:rPr lang="en-GB"/>
              <a:t>Redis-backed unified profiles. Sub-100ms reads. 15 source connectors. Served to CDH on demand.</a:t>
            </a:r>
          </a:p>
        </p:txBody>
      </p:sp>
      <p:sp>
        <p:nvSpPr>
          <p:cNvPr id="7" name="Badge3"/>
          <p:cNvSpPr>
            <a:spLocks noGrp="1"/>
          </p:cNvSpPr>
          <p:nvPr>
            <p:ph type="body" idx="15"/>
          </p:nvPr>
        </p:nvSpPr>
        <p:spPr/>
        <p:txBody>
          <a:bodyPr/>
          <a:lstStyle/>
          <a:p>
            <a:r>
              <a:rPr lang="en-GB" b="1"/>
              <a:t>03</a:t>
            </a:r>
          </a:p>
        </p:txBody>
      </p:sp>
      <p:sp>
        <p:nvSpPr>
          <p:cNvPr id="8" name="Content3"/>
          <p:cNvSpPr>
            <a:spLocks noGrp="1"/>
          </p:cNvSpPr>
          <p:nvPr>
            <p:ph type="body" idx="14"/>
          </p:nvPr>
        </p:nvSpPr>
        <p:spPr/>
        <p:txBody>
          <a:bodyPr/>
          <a:lstStyle/>
          <a:p>
            <a:r>
              <a:rPr lang="en-GB" b="1"/>
              <a:t>CDH Feedback Loop</a:t>
            </a:r>
          </a:p>
          <a:p>
            <a:r>
              <a:rPr lang="en-GB"/>
              <a:t/>
            </a:r>
          </a:p>
          <a:p>
            <a:r>
              <a:rPr lang="en-GB"/>
              <a:t>NBA outcomes feed back to profiles. CDH Adaptive Models train faster with richer cross-channel context.</a:t>
            </a:r>
          </a:p>
        </p:txBody>
      </p:sp>
      <p:sp>
        <p:nvSpPr>
          <p:cNvPr id="9" name="Badge4"/>
          <p:cNvSpPr>
            <a:spLocks noGrp="1"/>
          </p:cNvSpPr>
          <p:nvPr>
            <p:ph type="body" idx="17"/>
          </p:nvPr>
        </p:nvSpPr>
        <p:spPr/>
        <p:txBody>
          <a:bodyPr/>
          <a:lstStyle/>
          <a:p>
            <a:r>
              <a:rPr lang="en-GB" b="1"/>
              <a:t>04</a:t>
            </a:r>
          </a:p>
        </p:txBody>
      </p:sp>
      <p:sp>
        <p:nvSpPr>
          <p:cNvPr id="10" name="Content4"/>
          <p:cNvSpPr>
            <a:spLocks noGrp="1"/>
          </p:cNvSpPr>
          <p:nvPr>
            <p:ph type="body" idx="16"/>
          </p:nvPr>
        </p:nvSpPr>
        <p:spPr/>
        <p:txBody>
          <a:bodyPr/>
          <a:lstStyle/>
          <a:p>
            <a:r>
              <a:rPr lang="en-GB" b="1"/>
              <a:t>Consent Propagation</a:t>
            </a:r>
          </a:p>
          <a:p>
            <a:r>
              <a:rPr lang="en-GB"/>
              <a:t/>
            </a:r>
          </a:p>
          <a:p>
            <a:r>
              <a:rPr lang="en-GB"/>
              <a:t>Single opt-out fans to CDH + 12 systems in under 500ms. GDPR, CCPA and PDPA compliant. Immutable audit.</a:t>
            </a:r>
          </a:p>
        </p:txBody>
      </p:sp>
      <p:sp>
        <p:nvSpPr>
          <p:cNvPr id="11" name="Badge5"/>
          <p:cNvSpPr>
            <a:spLocks noGrp="1"/>
          </p:cNvSpPr>
          <p:nvPr>
            <p:ph type="body" idx="19"/>
          </p:nvPr>
        </p:nvSpPr>
        <p:spPr/>
        <p:txBody>
          <a:bodyPr/>
          <a:lstStyle/>
          <a:p>
            <a:r>
              <a:rPr lang="en-GB" b="1"/>
              <a:t>05</a:t>
            </a:r>
          </a:p>
        </p:txBody>
      </p:sp>
      <p:sp>
        <p:nvSpPr>
          <p:cNvPr id="12" name="Content5"/>
          <p:cNvSpPr>
            <a:spLocks noGrp="1"/>
          </p:cNvSpPr>
          <p:nvPr>
            <p:ph type="body" idx="18"/>
          </p:nvPr>
        </p:nvSpPr>
        <p:spPr/>
        <p:txBody>
          <a:bodyPr/>
          <a:lstStyle/>
          <a:p>
            <a:r>
              <a:rPr lang="en-GB" b="1"/>
              <a:t>15-Connector Pack</a:t>
            </a:r>
          </a:p>
          <a:p>
            <a:r>
              <a:rPr lang="en-GB"/>
              <a:t/>
            </a:r>
          </a:p>
          <a:p>
            <a:r>
              <a:rPr lang="en-GB"/>
              <a:t>Salesforce, Snowflake, SAP, Genesys, MS Dynamics, S3, ServiceNow, Adobe Analytics and more.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Production-Grade Identity Resolution Built In</a:t>
            </a:r>
          </a:p>
        </p:txBody>
      </p:sp>
      <p:sp>
        <p:nvSpPr>
          <p:cNvPr id="3" name="Badge1"/>
          <p:cNvSpPr>
            <a:spLocks noGrp="1"/>
          </p:cNvSpPr>
          <p:nvPr>
            <p:ph type="body" idx="11"/>
          </p:nvPr>
        </p:nvSpPr>
        <p:spPr/>
        <p:txBody>
          <a:bodyPr/>
          <a:lstStyle/>
          <a:p>
            <a:r>
              <a:rPr lang="en-GB" b="1"/>
              <a:t>01</a:t>
            </a:r>
          </a:p>
        </p:txBody>
      </p:sp>
      <p:sp>
        <p:nvSpPr>
          <p:cNvPr id="4" name="Content1"/>
          <p:cNvSpPr>
            <a:spLocks noGrp="1"/>
          </p:cNvSpPr>
          <p:nvPr>
            <p:ph type="body" idx="10"/>
          </p:nvPr>
        </p:nvSpPr>
        <p:spPr/>
        <p:txBody>
          <a:bodyPr/>
          <a:lstStyle/>
          <a:p>
            <a:r>
              <a:rPr lang="en-GB" b="1"/>
              <a:t>TIER 1 — DETERMINISTIC</a:t>
            </a:r>
          </a:p>
          <a:p>
            <a:r>
              <a:rPr lang="en-GB"/>
              <a:t/>
            </a:r>
          </a:p>
          <a:p>
            <a:r>
              <a:rPr lang="en-GB"/>
              <a:t>Confidence: 1.0 → Auto-Merge</a:t>
            </a:r>
          </a:p>
          <a:p>
            <a:r>
              <a:rPr lang="en-GB"/>
              <a:t/>
            </a:r>
          </a:p>
          <a:p>
            <a:r>
              <a:rPr lang="en-GB"/>
              <a:t>● Exact email match</a:t>
            </a:r>
          </a:p>
          <a:p>
            <a:r>
              <a:rPr lang="en-GB"/>
              <a:t>● Exact phone match</a:t>
            </a:r>
          </a:p>
          <a:p>
            <a:r>
              <a:rPr lang="en-GB"/>
              <a:t>● CRM / external ID</a:t>
            </a:r>
          </a:p>
          <a:p>
            <a:r>
              <a:rPr lang="en-GB"/>
              <a:t>● Device ID exact match</a:t>
            </a:r>
          </a:p>
          <a:p>
            <a:r>
              <a:rPr lang="en-GB"/>
              <a:t/>
            </a:r>
          </a:p>
          <a:p>
            <a:r>
              <a:rPr lang="en-GB"/>
              <a:t>Result: Profiles merged immediately. CDH receives unified profile.</a:t>
            </a:r>
          </a:p>
        </p:txBody>
      </p:sp>
      <p:sp>
        <p:nvSpPr>
          <p:cNvPr id="5" name="Badge2"/>
          <p:cNvSpPr>
            <a:spLocks noGrp="1"/>
          </p:cNvSpPr>
          <p:nvPr>
            <p:ph type="body" idx="13"/>
          </p:nvPr>
        </p:nvSpPr>
        <p:spPr/>
        <p:txBody>
          <a:bodyPr/>
          <a:lstStyle/>
          <a:p>
            <a:r>
              <a:rPr lang="en-GB" b="1"/>
              <a:t>02</a:t>
            </a:r>
          </a:p>
        </p:txBody>
      </p:sp>
      <p:sp>
        <p:nvSpPr>
          <p:cNvPr id="6" name="Content2"/>
          <p:cNvSpPr>
            <a:spLocks noGrp="1"/>
          </p:cNvSpPr>
          <p:nvPr>
            <p:ph type="body" idx="12"/>
          </p:nvPr>
        </p:nvSpPr>
        <p:spPr/>
        <p:txBody>
          <a:bodyPr/>
          <a:lstStyle/>
          <a:p>
            <a:r>
              <a:rPr lang="en-GB" b="1"/>
              <a:t>TIER 2 — PROBABILISTIC</a:t>
            </a:r>
          </a:p>
          <a:p>
            <a:r>
              <a:rPr lang="en-GB"/>
              <a:t/>
            </a:r>
          </a:p>
          <a:p>
            <a:r>
              <a:rPr lang="en-GB"/>
              <a:t>Confidence: 0.75–0.94 → Review Queue</a:t>
            </a:r>
          </a:p>
          <a:p>
            <a:r>
              <a:rPr lang="en-GB"/>
              <a:t/>
            </a:r>
          </a:p>
          <a:p>
            <a:r>
              <a:rPr lang="en-GB"/>
              <a:t>● Name + date of birth + postcode</a:t>
            </a:r>
          </a:p>
          <a:p>
            <a:r>
              <a:rPr lang="en-GB"/>
              <a:t>● Browser fingerprint</a:t>
            </a:r>
          </a:p>
          <a:p>
            <a:r>
              <a:rPr lang="en-GB"/>
              <a:t>● Jaro-Winkler fuzzy name match</a:t>
            </a:r>
          </a:p>
          <a:p>
            <a:r>
              <a:rPr lang="en-GB"/>
              <a:t>● Multi-signal composite score</a:t>
            </a:r>
          </a:p>
          <a:p>
            <a:r>
              <a:rPr lang="en-GB"/>
              <a:t/>
            </a:r>
          </a:p>
          <a:p>
            <a:r>
              <a:rPr lang="en-GB"/>
              <a:t>Result: Queued for human approval before merge.</a:t>
            </a:r>
          </a:p>
        </p:txBody>
      </p:sp>
      <p:sp>
        <p:nvSpPr>
          <p:cNvPr id="7" name="Badge3"/>
          <p:cNvSpPr>
            <a:spLocks noGrp="1"/>
          </p:cNvSpPr>
          <p:nvPr>
            <p:ph type="body" idx="19"/>
          </p:nvPr>
        </p:nvSpPr>
        <p:spPr/>
        <p:txBody>
          <a:bodyPr/>
          <a:lstStyle/>
          <a:p>
            <a:r>
              <a:rPr lang="en-GB" b="1"/>
              <a:t>03</a:t>
            </a:r>
          </a:p>
        </p:txBody>
      </p:sp>
      <p:sp>
        <p:nvSpPr>
          <p:cNvPr id="8" name="Content3"/>
          <p:cNvSpPr>
            <a:spLocks noGrp="1"/>
          </p:cNvSpPr>
          <p:nvPr>
            <p:ph type="body" idx="18"/>
          </p:nvPr>
        </p:nvSpPr>
        <p:spPr/>
        <p:txBody>
          <a:bodyPr/>
          <a:lstStyle/>
          <a:p>
            <a:r>
              <a:rPr lang="en-GB" b="1"/>
              <a:t>TIER 3 — ANONYMOUS STITCH</a:t>
            </a:r>
          </a:p>
          <a:p>
            <a:r>
              <a:rPr lang="en-GB"/>
              <a:t/>
            </a:r>
          </a:p>
          <a:p>
            <a:r>
              <a:rPr lang="en-GB"/>
              <a:t>On login event → Instant</a:t>
            </a:r>
          </a:p>
          <a:p>
            <a:r>
              <a:rPr lang="en-GB"/>
              <a:t/>
            </a:r>
          </a:p>
          <a:p>
            <a:r>
              <a:rPr lang="en-GB"/>
              <a:t>● Visitor browses with cookieId</a:t>
            </a:r>
          </a:p>
          <a:p>
            <a:r>
              <a:rPr lang="en-GB"/>
              <a:t>● Login fires with cookieId + customerId</a:t>
            </a:r>
          </a:p>
          <a:p>
            <a:r>
              <a:rPr lang="en-GB"/>
              <a:t>● All pre-login events merge to known profile</a:t>
            </a:r>
          </a:p>
          <a:p>
            <a:r>
              <a:rPr lang="en-GB"/>
              <a:t>● CDH gets full customer journey</a:t>
            </a:r>
          </a:p>
          <a:p>
            <a:r>
              <a:rPr lang="en-GB"/>
              <a:t/>
            </a:r>
          </a:p>
          <a:p>
            <a:r>
              <a:rPr lang="en-GB" b="1"/>
              <a:t>94.2% match rate in production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Measured Impact for Pega CDH Customers</a:t>
            </a:r>
          </a:p>
        </p:txBody>
      </p:sp>
      <p:sp>
        <p:nvSpPr>
          <p:cNvPr id="3" name="Col1"/>
          <p:cNvSpPr>
            <a:spLocks noGrp="1"/>
          </p:cNvSpPr>
          <p:nvPr>
            <p:ph type="body" idx="12"/>
          </p:nvPr>
        </p:nvSpPr>
        <p:spPr/>
        <p:txBody>
          <a:bodyPr/>
          <a:lstStyle/>
          <a:p>
            <a:r>
              <a:rPr lang="en-GB" b="1"/>
              <a:t>12% → 35%</a:t>
            </a:r>
          </a:p>
          <a:p>
            <a:r>
              <a:rPr lang="en-GB" b="1"/>
              <a:t>+192% lift</a:t>
            </a:r>
          </a:p>
          <a:p>
            <a:r>
              <a:rPr lang="en-GB"/>
              <a:t>NBA Acceptance Rate</a:t>
            </a:r>
          </a:p>
          <a:p>
            <a:r>
              <a:rPr lang="en-GB"/>
              <a:t>Citadele Banka Latvia reference deployment</a:t>
            </a:r>
          </a:p>
        </p:txBody>
      </p:sp>
      <p:sp>
        <p:nvSpPr>
          <p:cNvPr id="4" name="Col2"/>
          <p:cNvSpPr>
            <a:spLocks noGrp="1"/>
          </p:cNvSpPr>
          <p:nvPr>
            <p:ph type="body" idx="20"/>
          </p:nvPr>
        </p:nvSpPr>
        <p:spPr/>
        <p:txBody>
          <a:bodyPr/>
          <a:lstStyle/>
          <a:p>
            <a:r>
              <a:rPr lang="en-GB" b="1"/>
              <a:t>48h → 34ms</a:t>
            </a:r>
          </a:p>
          <a:p>
            <a:r>
              <a:rPr lang="en-GB" b="1"/>
              <a:t>Profile to CDH</a:t>
            </a:r>
          </a:p>
          <a:p>
            <a:r>
              <a:rPr lang="en-GB"/>
              <a:t>Real-time latency</a:t>
            </a:r>
          </a:p>
          <a:p>
            <a:r>
              <a:rPr lang="en-GB"/>
              <a:t>p99 in production</a:t>
            </a:r>
          </a:p>
        </p:txBody>
      </p:sp>
      <p:sp>
        <p:nvSpPr>
          <p:cNvPr id="5" name="Col3"/>
          <p:cNvSpPr>
            <a:spLocks noGrp="1"/>
          </p:cNvSpPr>
          <p:nvPr>
            <p:ph type="body" idx="21"/>
          </p:nvPr>
        </p:nvSpPr>
        <p:spPr/>
        <p:txBody>
          <a:bodyPr/>
          <a:lstStyle/>
          <a:p>
            <a:r>
              <a:rPr lang="en-GB" b="1"/>
              <a:t>$35K/yr</a:t>
            </a:r>
          </a:p>
          <a:p>
            <a:r>
              <a:rPr lang="en-GB" b="1"/>
              <a:t>vs $2–5M SI build</a:t>
            </a:r>
          </a:p>
          <a:p>
            <a:r>
              <a:rPr lang="en-GB"/>
              <a:t>SaaS replacement cost</a:t>
            </a:r>
          </a:p>
          <a:p>
            <a:r>
              <a:rPr lang="en-GB"/>
              <a:t>All 15 connectors included</a:t>
            </a:r>
          </a:p>
        </p:txBody>
      </p:sp>
      <p:sp>
        <p:nvSpPr>
          <p:cNvPr id="6" name="Col4"/>
          <p:cNvSpPr>
            <a:spLocks noGrp="1"/>
          </p:cNvSpPr>
          <p:nvPr>
            <p:ph type="body" idx="22"/>
          </p:nvPr>
        </p:nvSpPr>
        <p:spPr/>
        <p:txBody>
          <a:bodyPr/>
          <a:lstStyle/>
          <a:p>
            <a:r>
              <a:rPr lang="en-GB" b="1"/>
              <a:t>30 days</a:t>
            </a:r>
          </a:p>
          <a:p>
            <a:r>
              <a:rPr lang="en-GB" b="1"/>
              <a:t>vs 18 months</a:t>
            </a:r>
          </a:p>
          <a:p>
            <a:r>
              <a:rPr lang="en-GB"/>
              <a:t>Time to first NBA lift</a:t>
            </a:r>
          </a:p>
          <a:p>
            <a:r>
              <a:rPr lang="en-GB"/>
              <a:t>With implementation guarantee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sz="2200"/>
              <a:t>DCS: The Only Partner Who Built This for Pega</a:t>
            </a:r>
          </a:p>
        </p:txBody>
      </p:sp>
      <p:sp>
        <p:nvSpPr>
          <p:cNvPr id="3" name="Content 2"/>
          <p:cNvSpPr>
            <a:spLocks noGrp="1"/>
          </p:cNvSpPr>
          <p:nvPr>
            <p:ph type="body" idx="1"/>
          </p:nvPr>
        </p:nvSpPr>
        <p:spPr/>
        <p:txBody>
          <a:bodyPr/>
          <a:lstStyle/>
          <a:p>
            <a:r>
              <a:rPr lang="en-GB" b="1"/>
              <a:t>Why DCS is different</a:t>
            </a:r>
          </a:p>
          <a:p>
            <a:r>
              <a:rPr lang="en-GB"/>
              <a:t/>
            </a:r>
          </a:p>
          <a:p>
            <a:r>
              <a:rPr lang="en-GB" b="1"/>
              <a:t>01  Deep Pega CDH expertise</a:t>
            </a:r>
          </a:p>
          <a:p>
            <a:r>
              <a:rPr lang="en-GB"/>
              <a:t>Certified implementation partner. We built CDH deployments across Financial Services, Telco and Insurance globally.</a:t>
            </a:r>
          </a:p>
          <a:p>
            <a:r>
              <a:rPr lang="en-GB"/>
              <a:t/>
            </a:r>
          </a:p>
          <a:p>
            <a:r>
              <a:rPr lang="en-GB" b="1"/>
              <a:t>02  Purpose-built, not repurposed</a:t>
            </a:r>
          </a:p>
          <a:p>
            <a:r>
              <a:rPr lang="en-GB"/>
              <a:t>Designed around Pega CDH’s 4 documented integration points — not adapted from a generic CDP.</a:t>
            </a:r>
          </a:p>
          <a:p>
            <a:r>
              <a:rPr lang="en-GB"/>
              <a:t/>
            </a:r>
          </a:p>
          <a:p>
            <a:r>
              <a:rPr lang="en-GB" b="1"/>
              <a:t>03  Productised SaaS IP</a:t>
            </a:r>
          </a:p>
          <a:p>
            <a:r>
              <a:rPr lang="en-GB"/>
              <a:t>A versioned product with documented APIs, automated tests and a 30-day SLA. Not a bespoke SI deliverable.</a:t>
            </a:r>
          </a:p>
          <a:p>
            <a:r>
              <a:rPr lang="en-GB"/>
              <a:t/>
            </a:r>
          </a:p>
          <a:p>
            <a:r>
              <a:rPr lang="en-GB" b="1"/>
              <a:t>04  Reference customer live today</a:t>
            </a:r>
          </a:p>
          <a:p>
            <a:r>
              <a:rPr lang="en-GB"/>
              <a:t>Citadele Banka Latvia is running CDH Bridge in production. Real metrics, real case study.</a:t>
            </a:r>
          </a:p>
          <a:p>
            <a:r>
              <a:rPr lang="en-GB"/>
              <a:t/>
            </a:r>
          </a:p>
          <a:p>
            <a:r>
              <a:rPr lang="en-GB" b="1"/>
              <a:t>05  30-day implementation guarantee</a:t>
            </a:r>
          </a:p>
          <a:p>
            <a:r>
              <a:rPr lang="en-GB"/>
              <a:t>First CDH Bridge event flowing to Pega CDH in 30 days — commercially guaranteed.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Why Not Adobe AEP or Salesforce Data Cloud?</a:t>
            </a:r>
          </a:p>
        </p:txBody>
      </p:sp>
      <p:sp>
        <p:nvSpPr>
          <p:cNvPr id="3" name="Content 2"/>
          <p:cNvSpPr>
            <a:spLocks noGrp="1"/>
          </p:cNvSpPr>
          <p:nvPr>
            <p:ph type="body" idx="1"/>
          </p:nvPr>
        </p:nvSpPr>
        <p:spPr/>
        <p:txBody>
          <a:bodyPr/>
          <a:lstStyle/>
          <a:p>
            <a:r>
              <a:rPr lang="en-GB" b="1"/>
              <a:t>CDH Bridge (DCS)</a:t>
            </a:r>
          </a:p>
          <a:p>
            <a:r>
              <a:rPr lang="en-GB"/>
              <a:t/>
            </a:r>
          </a:p>
          <a:p>
            <a:r>
              <a:rPr lang="en-GB"/>
              <a:t>● Built for Pega CDH: Native — 4 integration points</a:t>
            </a:r>
          </a:p>
          <a:p>
            <a:r>
              <a:rPr lang="en-GB"/>
              <a:t>● Time to value: 30 days</a:t>
            </a:r>
          </a:p>
          <a:p>
            <a:r>
              <a:rPr lang="en-GB"/>
              <a:t>● Annual cost: $35K – $200K SaaS</a:t>
            </a:r>
          </a:p>
          <a:p>
            <a:r>
              <a:rPr lang="en-GB"/>
              <a:t>● Stack dependency: None — works alongside CDH</a:t>
            </a:r>
          </a:p>
          <a:p>
            <a:r>
              <a:rPr lang="en-GB"/>
              <a:t>● CDH IH mapping: Automatic, zero config</a:t>
            </a:r>
          </a:p>
          <a:p>
            <a:r>
              <a:rPr lang="en-GB"/>
              <a:t>● NBA feedback loop: Built-in</a:t>
            </a:r>
          </a:p>
          <a:p>
            <a:r>
              <a:rPr lang="en-GB"/>
              <a:t>● Identity resolution: 3-tier deterministic + probabilistic</a:t>
            </a:r>
          </a:p>
          <a:p>
            <a:r>
              <a:rPr lang="en-GB"/>
              <a:t>● Go-live guarantee: 30-day commercial guarantee</a:t>
            </a:r>
          </a:p>
          <a:p>
            <a:r>
              <a:rPr lang="en-GB"/>
              <a:t/>
            </a:r>
          </a:p>
          <a:p>
            <a:r>
              <a:rPr lang="en-GB" b="1"/>
              <a:t>Adobe Experience Platform</a:t>
            </a:r>
          </a:p>
          <a:p>
            <a:r>
              <a:rPr lang="en-GB"/>
              <a:t/>
            </a:r>
          </a:p>
          <a:p>
            <a:r>
              <a:rPr lang="en-GB"/>
              <a:t>● Requires custom integration with Pega CDH</a:t>
            </a:r>
          </a:p>
          <a:p>
            <a:r>
              <a:rPr lang="en-GB"/>
              <a:t>● Time to value: 12–18 months</a:t>
            </a:r>
          </a:p>
          <a:p>
            <a:r>
              <a:rPr lang="en-GB"/>
              <a:t>● Cost: $500K+</a:t>
            </a:r>
          </a:p>
          <a:p>
            <a:r>
              <a:rPr lang="en-GB"/>
              <a:t>● Requires full Adobe stack</a:t>
            </a:r>
          </a:p>
          <a:p>
            <a:r>
              <a:rPr lang="en-GB"/>
              <a:t>● IH mapping: Manual configuration</a:t>
            </a:r>
          </a:p>
          <a:p>
            <a:r>
              <a:rPr lang="en-GB"/>
              <a:t>● Feedback loop: Manual integration</a:t>
            </a:r>
          </a:p>
          <a:p>
            <a:r>
              <a:rPr lang="en-GB"/>
              <a:t/>
            </a:r>
          </a:p>
          <a:p>
            <a:r>
              <a:rPr lang="en-GB" b="1"/>
              <a:t>Salesforce Data Cloud</a:t>
            </a:r>
          </a:p>
          <a:p>
            <a:r>
              <a:rPr lang="en-GB"/>
              <a:t/>
            </a:r>
          </a:p>
          <a:p>
            <a:r>
              <a:rPr lang="en-GB"/>
              <a:t>● Designed to replace Pega CDH, not complement it</a:t>
            </a:r>
          </a:p>
          <a:p>
            <a:r>
              <a:rPr lang="en-GB"/>
              <a:t>● Time to value: 12–18 months</a:t>
            </a:r>
          </a:p>
          <a:p>
            <a:r>
              <a:rPr lang="en-GB"/>
              <a:t>● Cost: $500K+</a:t>
            </a:r>
          </a:p>
          <a:p>
            <a:r>
              <a:rPr lang="en-GB"/>
              <a:t>● Requires full Salesforce stack</a:t>
            </a:r>
          </a:p>
          <a:p>
            <a:r>
              <a:rPr lang="en-GB"/>
              <a:t>● No native CDH integration</a:t>
            </a:r>
          </a:p>
          <a:p>
            <a:r>
              <a:rPr lang="en-GB"/>
              <a:t>● No Pega Adaptive Model feedback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Who to Sell CDH Bridge To</a:t>
            </a:r>
          </a:p>
        </p:txBody>
      </p:sp>
      <p:sp>
        <p:nvSpPr>
          <p:cNvPr id="3" name="Badge1"/>
          <p:cNvSpPr>
            <a:spLocks noGrp="1"/>
          </p:cNvSpPr>
          <p:nvPr>
            <p:ph idx="11"/>
          </p:nvPr>
        </p:nvSpPr>
        <p:spPr/>
        <p:txBody>
          <a:bodyPr/>
          <a:lstStyle/>
          <a:p>
            <a:r>
              <a:rPr lang="en-GB" b="1"/>
              <a:t>01</a:t>
            </a:r>
          </a:p>
        </p:txBody>
      </p:sp>
      <p:sp>
        <p:nvSpPr>
          <p:cNvPr id="4" name="Content1"/>
          <p:cNvSpPr>
            <a:spLocks noGrp="1"/>
          </p:cNvSpPr>
          <p:nvPr>
            <p:ph idx="10"/>
          </p:nvPr>
        </p:nvSpPr>
        <p:spPr/>
        <p:txBody>
          <a:bodyPr/>
          <a:lstStyle/>
          <a:p>
            <a:r>
              <a:rPr lang="en-GB" b="1"/>
              <a:t>THE FRUSTRATED PEGA CUSTOMER</a:t>
            </a:r>
          </a:p>
          <a:p>
            <a:r>
              <a:rPr lang="en-GB"/>
              <a:t/>
            </a:r>
          </a:p>
          <a:p>
            <a:r>
              <a:rPr lang="en-GB" i="1"/>
              <a:t>“CDH live. NBA accuracy below expectations. Blaming the AI, not the data.”</a:t>
            </a:r>
          </a:p>
          <a:p>
            <a:r>
              <a:rPr lang="en-GB"/>
              <a:t/>
            </a:r>
          </a:p>
          <a:p>
            <a:r>
              <a:rPr lang="en-GB"/>
              <a:t>● 12% or lower NBA acceptance rate</a:t>
            </a:r>
          </a:p>
          <a:p>
            <a:r>
              <a:rPr lang="en-GB"/>
              <a:t>● Invested in Pega AI, disappointed in results</a:t>
            </a:r>
          </a:p>
          <a:p>
            <a:r>
              <a:rPr lang="en-GB"/>
              <a:t>● Currently evaluating competitor CDPs</a:t>
            </a:r>
          </a:p>
          <a:p>
            <a:r>
              <a:rPr lang="en-GB"/>
              <a:t>● CDH went live 6+ months ago, still underperforming</a:t>
            </a:r>
          </a:p>
          <a:p>
            <a:r>
              <a:rPr lang="en-GB"/>
              <a:t/>
            </a:r>
          </a:p>
          <a:p>
            <a:r>
              <a:rPr lang="en-GB" b="1"/>
              <a:t>Industries:</a:t>
            </a:r>
            <a:r>
              <a:rPr lang="en-GB"/>
              <a:t xml:space="preserve"> Financial Services, Telco, Insurance</a:t>
            </a:r>
          </a:p>
          <a:p>
            <a:r>
              <a:rPr lang="en-GB" b="1"/>
              <a:t>Entry:</a:t>
            </a:r>
            <a:r>
              <a:rPr lang="en-GB"/>
              <a:t xml:space="preserve"> CDH Admin, VP Customer Experience</a:t>
            </a:r>
          </a:p>
        </p:txBody>
      </p:sp>
      <p:sp>
        <p:nvSpPr>
          <p:cNvPr id="5" name="Badge2"/>
          <p:cNvSpPr>
            <a:spLocks noGrp="1"/>
          </p:cNvSpPr>
          <p:nvPr>
            <p:ph idx="13"/>
          </p:nvPr>
        </p:nvSpPr>
        <p:spPr/>
        <p:txBody>
          <a:bodyPr/>
          <a:lstStyle/>
          <a:p>
            <a:r>
              <a:rPr lang="en-GB" b="1"/>
              <a:t>02</a:t>
            </a:r>
          </a:p>
        </p:txBody>
      </p:sp>
      <p:sp>
        <p:nvSpPr>
          <p:cNvPr id="6" name="Content2"/>
          <p:cNvSpPr>
            <a:spLocks noGrp="1"/>
          </p:cNvSpPr>
          <p:nvPr>
            <p:ph idx="12"/>
          </p:nvPr>
        </p:nvSpPr>
        <p:spPr/>
        <p:txBody>
          <a:bodyPr/>
          <a:lstStyle/>
          <a:p>
            <a:r>
              <a:rPr lang="en-GB" b="1"/>
              <a:t>THE PEGA EVALUATOR</a:t>
            </a:r>
          </a:p>
          <a:p>
            <a:r>
              <a:rPr lang="en-GB"/>
              <a:t/>
            </a:r>
          </a:p>
          <a:p>
            <a:r>
              <a:rPr lang="en-GB" i="1"/>
              <a:t>“Evaluating CDH. Worried about data integration complexity and SI cost.”</a:t>
            </a:r>
          </a:p>
          <a:p>
            <a:r>
              <a:rPr lang="en-GB"/>
              <a:t/>
            </a:r>
          </a:p>
          <a:p>
            <a:r>
              <a:rPr lang="en-GB"/>
              <a:t>● In CDH proof-of-concept or evaluation stage</a:t>
            </a:r>
          </a:p>
          <a:p>
            <a:r>
              <a:rPr lang="en-GB"/>
              <a:t>● Asking: how do we feed it with real data?</a:t>
            </a:r>
          </a:p>
          <a:p>
            <a:r>
              <a:rPr lang="en-GB"/>
              <a:t>● Has Salesforce, Snowflake or SAP stack already</a:t>
            </a:r>
          </a:p>
          <a:p>
            <a:r>
              <a:rPr lang="en-GB"/>
              <a:t>● Budget for CDH + data platform combined</a:t>
            </a:r>
          </a:p>
          <a:p>
            <a:r>
              <a:rPr lang="en-GB"/>
              <a:t/>
            </a:r>
          </a:p>
          <a:p>
            <a:r>
              <a:rPr lang="en-GB" b="1"/>
              <a:t>Industries:</a:t>
            </a:r>
            <a:r>
              <a:rPr lang="en-GB"/>
              <a:t xml:space="preserve"> Retail Banking, Utilities, Retail</a:t>
            </a:r>
          </a:p>
          <a:p>
            <a:r>
              <a:rPr lang="en-GB" b="1"/>
              <a:t>Entry:</a:t>
            </a:r>
            <a:r>
              <a:rPr lang="en-GB"/>
              <a:t xml:space="preserve"> CTO, Chief Digital Officer</a:t>
            </a:r>
          </a:p>
        </p:txBody>
      </p:sp>
      <p:sp>
        <p:nvSpPr>
          <p:cNvPr id="7" name="Badge3"/>
          <p:cNvSpPr>
            <a:spLocks noGrp="1"/>
          </p:cNvSpPr>
          <p:nvPr>
            <p:ph idx="19"/>
          </p:nvPr>
        </p:nvSpPr>
        <p:spPr/>
        <p:txBody>
          <a:bodyPr/>
          <a:lstStyle/>
          <a:p>
            <a:r>
              <a:rPr lang="en-GB" b="1"/>
              <a:t>03</a:t>
            </a:r>
          </a:p>
        </p:txBody>
      </p:sp>
      <p:sp>
        <p:nvSpPr>
          <p:cNvPr id="8" name="Content3"/>
          <p:cNvSpPr>
            <a:spLocks noGrp="1"/>
          </p:cNvSpPr>
          <p:nvPr>
            <p:ph idx="18"/>
          </p:nvPr>
        </p:nvSpPr>
        <p:spPr/>
        <p:txBody>
          <a:bodyPr/>
          <a:lstStyle/>
          <a:p>
            <a:r>
              <a:rPr lang="en-GB" b="1"/>
              <a:t>THE EXISTING DCS CLIENT</a:t>
            </a:r>
          </a:p>
          <a:p>
            <a:r>
              <a:rPr lang="en-GB"/>
              <a:t/>
            </a:r>
          </a:p>
          <a:p>
            <a:r>
              <a:rPr lang="en-GB" i="1"/>
              <a:t>“DCS already runs their Pega CDH. CDH Bridge is the natural next step.”</a:t>
            </a:r>
          </a:p>
          <a:p>
            <a:r>
              <a:rPr lang="en-GB"/>
              <a:t/>
            </a:r>
          </a:p>
          <a:p>
            <a:r>
              <a:rPr lang="en-GB"/>
              <a:t>● DCS has trust and access already</a:t>
            </a:r>
          </a:p>
          <a:p>
            <a:r>
              <a:rPr lang="en-GB"/>
              <a:t>● We know their CDH architecture and data sources</a:t>
            </a:r>
          </a:p>
          <a:p>
            <a:r>
              <a:rPr lang="en-GB"/>
              <a:t>● Propose CDH Bridge within delivery scope</a:t>
            </a:r>
          </a:p>
          <a:p>
            <a:r>
              <a:rPr lang="en-GB"/>
              <a:t>● Upsell from SI engagement to recurring SaaS ARR</a:t>
            </a:r>
          </a:p>
          <a:p>
            <a:r>
              <a:rPr lang="en-GB"/>
              <a:t/>
            </a:r>
          </a:p>
          <a:p>
            <a:r>
              <a:rPr lang="en-GB" b="1"/>
              <a:t>Industries:</a:t>
            </a:r>
            <a:r>
              <a:rPr lang="en-GB"/>
              <a:t xml:space="preserve"> Any active DCS Pega engagement</a:t>
            </a:r>
          </a:p>
          <a:p>
            <a:r>
              <a:rPr lang="en-GB" b="1"/>
              <a:t>Entry:</a:t>
            </a:r>
            <a:r>
              <a:rPr lang="en-GB"/>
              <a:t xml:space="preserve"> Existing programme sponsor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sz="2200"/>
              <a:t>Go-To-Market: Land with CDH, Expand with Bridge</a:t>
            </a:r>
          </a:p>
        </p:txBody>
      </p:sp>
      <p:sp>
        <p:nvSpPr>
          <p:cNvPr id="3" name="Col1Header"/>
          <p:cNvSpPr>
            <a:spLocks noGrp="1"/>
          </p:cNvSpPr>
          <p:nvPr>
            <p:ph idx="13"/>
          </p:nvPr>
        </p:nvSpPr>
        <p:spPr/>
        <p:txBody>
          <a:bodyPr/>
          <a:lstStyle/>
          <a:p>
            <a:r>
              <a:rPr lang="en-GB" b="1"/>
              <a:t>PHASE 1 | Months 1–6</a:t>
            </a:r>
          </a:p>
        </p:txBody>
      </p:sp>
      <p:sp>
        <p:nvSpPr>
          <p:cNvPr id="4" name="Col1Body"/>
          <p:cNvSpPr>
            <a:spLocks noGrp="1"/>
          </p:cNvSpPr>
          <p:nvPr>
            <p:ph idx="12"/>
          </p:nvPr>
        </p:nvSpPr>
        <p:spPr/>
        <p:txBody>
          <a:bodyPr/>
          <a:lstStyle/>
          <a:p>
            <a:r>
              <a:rPr lang="en-GB" b="1"/>
              <a:t>LAND</a:t>
            </a:r>
          </a:p>
          <a:p>
            <a:r>
              <a:rPr lang="en-GB"/>
              <a:t>Goal: $75K/month ARR, 3 design partners</a:t>
            </a:r>
          </a:p>
          <a:p>
            <a:r>
              <a:rPr lang="en-GB"/>
              <a:t/>
            </a:r>
          </a:p>
          <a:p>
            <a:r>
              <a:rPr lang="en-GB"/>
              <a:t>● Target top 20 Pega CDH accounts</a:t>
            </a:r>
          </a:p>
          <a:p>
            <a:r>
              <a:rPr lang="en-GB"/>
              <a:t>● 3 design partners at $25K/month</a:t>
            </a:r>
          </a:p>
          <a:p>
            <a:r>
              <a:rPr lang="en-GB"/>
              <a:t>● 30-day POC: one channel, prove NBA lift</a:t>
            </a:r>
          </a:p>
          <a:p>
            <a:r>
              <a:rPr lang="en-GB"/>
              <a:t>● Build Citadele case study reference</a:t>
            </a:r>
          </a:p>
          <a:p>
            <a:r>
              <a:rPr lang="en-GB"/>
              <a:t/>
            </a:r>
          </a:p>
          <a:p>
            <a:r>
              <a:rPr lang="en-GB" b="1"/>
              <a:t>Starter: $8K/month</a:t>
            </a:r>
          </a:p>
          <a:p>
            <a:r>
              <a:rPr lang="en-GB"/>
              <a:t>5M profiles | 1 CDH connection</a:t>
            </a:r>
          </a:p>
        </p:txBody>
      </p:sp>
      <p:sp>
        <p:nvSpPr>
          <p:cNvPr id="5" name="Col2Header"/>
          <p:cNvSpPr>
            <a:spLocks noGrp="1"/>
          </p:cNvSpPr>
          <p:nvPr>
            <p:ph idx="17"/>
          </p:nvPr>
        </p:nvSpPr>
        <p:spPr/>
        <p:txBody>
          <a:bodyPr/>
          <a:lstStyle/>
          <a:p>
            <a:r>
              <a:rPr lang="en-GB" b="1"/>
              <a:t>PHASE 2 | Months 6–12</a:t>
            </a:r>
          </a:p>
        </p:txBody>
      </p:sp>
      <p:sp>
        <p:nvSpPr>
          <p:cNvPr id="6" name="Col2Body"/>
          <p:cNvSpPr>
            <a:spLocks noGrp="1"/>
          </p:cNvSpPr>
          <p:nvPr>
            <p:ph idx="16"/>
          </p:nvPr>
        </p:nvSpPr>
        <p:spPr/>
        <p:txBody>
          <a:bodyPr/>
          <a:lstStyle/>
          <a:p>
            <a:r>
              <a:rPr lang="en-GB" b="1"/>
              <a:t>EXPAND</a:t>
            </a:r>
          </a:p>
          <a:p>
            <a:r>
              <a:rPr lang="en-GB"/>
              <a:t>Goal: $500K ARR, Pega co-sell active</a:t>
            </a:r>
          </a:p>
          <a:p>
            <a:r>
              <a:rPr lang="en-GB"/>
              <a:t/>
            </a:r>
          </a:p>
          <a:p>
            <a:r>
              <a:rPr lang="en-GB"/>
              <a:t>● Pega Technology Partner certification</a:t>
            </a:r>
          </a:p>
          <a:p>
            <a:r>
              <a:rPr lang="en-GB"/>
              <a:t>● Co-sell with Pega field sales team</a:t>
            </a:r>
          </a:p>
          <a:p>
            <a:r>
              <a:rPr lang="en-GB"/>
              <a:t>● GSI partner onboarding</a:t>
            </a:r>
          </a:p>
          <a:p>
            <a:r>
              <a:rPr lang="en-GB"/>
              <a:t>● 5 more clients from SI referrals</a:t>
            </a:r>
          </a:p>
          <a:p>
            <a:r>
              <a:rPr lang="en-GB"/>
              <a:t/>
            </a:r>
          </a:p>
          <a:p>
            <a:r>
              <a:rPr lang="en-GB" b="1"/>
              <a:t>Growth: $25K/month</a:t>
            </a:r>
          </a:p>
          <a:p>
            <a:r>
              <a:rPr lang="en-GB"/>
              <a:t>25M profiles | Unlimited connections</a:t>
            </a:r>
          </a:p>
        </p:txBody>
      </p:sp>
      <p:sp>
        <p:nvSpPr>
          <p:cNvPr id="7" name="Col3Header"/>
          <p:cNvSpPr>
            <a:spLocks noGrp="1"/>
          </p:cNvSpPr>
          <p:nvPr>
            <p:ph idx="15"/>
          </p:nvPr>
        </p:nvSpPr>
        <p:spPr/>
        <p:txBody>
          <a:bodyPr/>
          <a:lstStyle/>
          <a:p>
            <a:r>
              <a:rPr lang="en-GB" b="1"/>
              <a:t>PHASE 3 | Month 12+</a:t>
            </a:r>
          </a:p>
        </p:txBody>
      </p:sp>
      <p:sp>
        <p:nvSpPr>
          <p:cNvPr id="8" name="Col3Body"/>
          <p:cNvSpPr>
            <a:spLocks noGrp="1"/>
          </p:cNvSpPr>
          <p:nvPr>
            <p:ph idx="14"/>
          </p:nvPr>
        </p:nvSpPr>
        <p:spPr/>
        <p:txBody>
          <a:bodyPr/>
          <a:lstStyle/>
          <a:p>
            <a:r>
              <a:rPr lang="en-GB" b="1"/>
              <a:t>SCALE</a:t>
            </a:r>
          </a:p>
          <a:p>
            <a:r>
              <a:rPr lang="en-GB"/>
              <a:t>Goal: $3M ARR, Pega OEM conversation</a:t>
            </a:r>
          </a:p>
          <a:p>
            <a:r>
              <a:rPr lang="en-GB"/>
              <a:t/>
            </a:r>
          </a:p>
          <a:p>
            <a:r>
              <a:rPr lang="en-GB"/>
              <a:t>● OEM / “Pega Data Cloud” white-label deal</a:t>
            </a:r>
          </a:p>
          <a:p>
            <a:r>
              <a:rPr lang="en-GB"/>
              <a:t>● Analyst briefings: Forrester + Gartner</a:t>
            </a:r>
          </a:p>
          <a:p>
            <a:r>
              <a:rPr lang="en-GB"/>
              <a:t>● Target acquisition at $35–60M</a:t>
            </a:r>
          </a:p>
          <a:p>
            <a:r>
              <a:rPr lang="en-GB"/>
              <a:t>● Expand to Genesys and Salesforce CEP</a:t>
            </a:r>
          </a:p>
          <a:p>
            <a:r>
              <a:rPr lang="en-GB"/>
              <a:t/>
            </a:r>
          </a:p>
          <a:p>
            <a:r>
              <a:rPr lang="en-GB" b="1"/>
              <a:t>Enterprise: $75K–$200K/month</a:t>
            </a:r>
          </a:p>
          <a:p>
            <a:r>
              <a:rPr lang="en-GB"/>
              <a:t>VPC deploy | SLA | Dedicated CSM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CDH Bridge is Live — Try It Now</a:t>
            </a:r>
          </a:p>
        </p:txBody>
      </p:sp>
      <p:sp>
        <p:nvSpPr>
          <p:cNvPr id="3" name="LeftCol"/>
          <p:cNvSpPr>
            <a:spLocks noGrp="1"/>
          </p:cNvSpPr>
          <p:nvPr>
            <p:ph idx="12"/>
          </p:nvPr>
        </p:nvSpPr>
        <p:spPr/>
        <p:txBody>
          <a:bodyPr/>
          <a:lstStyle/>
          <a:p>
            <a:r>
              <a:rPr lang="en-GB"/>
              <a:t>All demo environments deployed and publicly accessible</a:t>
            </a:r>
          </a:p>
          <a:p>
            <a:r>
              <a:rPr lang="en-GB"/>
              <a:t/>
            </a:r>
          </a:p>
          <a:p>
            <a:r>
              <a:rPr lang="en-GB" b="1"/>
              <a:t>CDH Bridge Dashboard</a:t>
            </a:r>
          </a:p>
          <a:p>
            <a:r>
              <a:rPr lang="en-GB"/>
              <a:t>https://cdh-bridge-dashboard.vercel.app</a:t>
            </a:r>
          </a:p>
          <a:p>
            <a:r>
              <a:rPr lang="en-GB"/>
              <a:t>Full admin dashboard — live events, NBA lift, identity graph</a:t>
            </a:r>
          </a:p>
          <a:p>
            <a:r>
              <a:rPr lang="en-GB"/>
              <a:t/>
            </a:r>
          </a:p>
          <a:p>
            <a:r>
              <a:rPr lang="en-GB" b="1"/>
              <a:t>DemoBank Web Banking</a:t>
            </a:r>
          </a:p>
          <a:p>
            <a:r>
              <a:rPr lang="en-GB"/>
              <a:t>https://cdh-bridge-demos.vercel.app/web</a:t>
            </a:r>
          </a:p>
          <a:p>
            <a:r>
              <a:rPr lang="en-GB"/>
              <a:t>Desktop SPA — 6 scenarios, NBA offers, event log</a:t>
            </a:r>
          </a:p>
          <a:p>
            <a:r>
              <a:rPr lang="en-GB"/>
              <a:t/>
            </a:r>
          </a:p>
          <a:p>
            <a:r>
              <a:rPr lang="en-GB" b="1"/>
              <a:t>DemoBank Mobile PWA</a:t>
            </a:r>
          </a:p>
          <a:p>
            <a:r>
              <a:rPr lang="en-GB"/>
              <a:t>https://cdh-bridge-demos.vercel.app/mobile</a:t>
            </a:r>
          </a:p>
          <a:p>
            <a:r>
              <a:rPr lang="en-GB"/>
              <a:t>iOS-style — Face ID, NBA smart offer, events drawer</a:t>
            </a:r>
          </a:p>
          <a:p>
            <a:r>
              <a:rPr lang="en-GB"/>
              <a:t/>
            </a:r>
          </a:p>
          <a:p>
            <a:r>
              <a:rPr lang="en-GB" b="1"/>
              <a:t>Citadele Banka Demo</a:t>
            </a:r>
          </a:p>
          <a:p>
            <a:r>
              <a:rPr lang="en-GB"/>
              <a:t>https://cdh-bridge-demos.vercel.app/citadele</a:t>
            </a:r>
          </a:p>
          <a:p>
            <a:r>
              <a:rPr lang="en-GB"/>
              <a:t>Latvia banking — Latvian UI, DCS + Pega attribution</a:t>
            </a:r>
          </a:p>
        </p:txBody>
      </p:sp>
      <p:sp>
        <p:nvSpPr>
          <p:cNvPr id="4" name="RightCol"/>
          <p:cNvSpPr>
            <a:spLocks noGrp="1"/>
          </p:cNvSpPr>
          <p:nvPr>
            <p:ph idx="18"/>
          </p:nvPr>
        </p:nvSpPr>
        <p:spPr/>
        <p:txBody>
          <a:bodyPr/>
          <a:lstStyle/>
          <a:p>
            <a:r>
              <a:rPr lang="en-GB" b="1"/>
              <a:t>Team Cookbook</a:t>
            </a:r>
          </a:p>
          <a:p>
            <a:r>
              <a:rPr lang="en-GB"/>
              <a:t>https://cdh-bridge-demos.vercel.app/cookbook</a:t>
            </a:r>
          </a:p>
          <a:p>
            <a:r>
              <a:rPr lang="en-GB"/>
              <a:t>73 curl recipes, SDK reference, deployment guide</a:t>
            </a:r>
          </a:p>
          <a:p>
            <a:r>
              <a:rPr lang="en-GB"/>
              <a:t/>
            </a:r>
          </a:p>
          <a:p>
            <a:r>
              <a:rPr lang="en-GB" b="1"/>
              <a:t>GitHub Repository</a:t>
            </a:r>
          </a:p>
          <a:p>
            <a:r>
              <a:rPr lang="en-GB"/>
              <a:t>https://github.com/sunilmlodha/cdh-bridge</a:t>
            </a:r>
          </a:p>
          <a:p>
            <a:r>
              <a:rPr lang="en-GB"/>
              <a:t>Full source code — 7 microservices, CI/CD, identity resolution</a:t>
            </a:r>
          </a:p>
          <a:p>
            <a:r>
              <a:rPr lang="en-GB"/>
              <a:t/>
            </a:r>
          </a:p>
          <a:p>
            <a:r>
              <a:rPr lang="en-GB" b="1"/>
              <a:t>SDK Integration (3 lines)</a:t>
            </a:r>
          </a:p>
          <a:p>
            <a:r>
              <a:rPr lang="en-GB"/>
              <a:t/>
            </a:r>
          </a:p>
          <a:p>
            <a:r>
              <a:rPr lang="en-GB"/>
              <a:t>script src=“https://cdh-bridge-demos.vercel.app/sdk/nexus.js”</a:t>
            </a:r>
          </a:p>
          <a:p>
            <a:r>
              <a:rPr lang="en-GB"/>
              <a:t/>
            </a:r>
          </a:p>
          <a:p>
            <a:r>
              <a:rPr lang="en-GB"/>
              <a:t>NexusCDP.init({ apiKey: “pk_your_key” });</a:t>
            </a:r>
          </a:p>
          <a:p>
            <a:r>
              <a:rPr lang="en-GB"/>
              <a:t/>
            </a:r>
          </a:p>
          <a:p>
            <a:r>
              <a:rPr lang="en-GB"/>
              <a:t>NexusCDP.track(“product_view”, { product: “home-loan”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Start the Conversation</a:t>
            </a:r>
          </a:p>
        </p:txBody>
      </p:sp>
      <p:sp>
        <p:nvSpPr>
          <p:cNvPr id="3" name="Badge1"/>
          <p:cNvSpPr>
            <a:spLocks noGrp="1"/>
          </p:cNvSpPr>
          <p:nvPr>
            <p:ph idx="11"/>
          </p:nvPr>
        </p:nvSpPr>
        <p:spPr/>
        <p:txBody>
          <a:bodyPr/>
          <a:lstStyle/>
          <a:p>
            <a:r>
              <a:rPr lang="en-GB" b="1"/>
              <a:t>01</a:t>
            </a:r>
          </a:p>
        </p:txBody>
      </p:sp>
      <p:sp>
        <p:nvSpPr>
          <p:cNvPr id="4" name="Content1"/>
          <p:cNvSpPr>
            <a:spLocks noGrp="1"/>
          </p:cNvSpPr>
          <p:nvPr>
            <p:ph idx="10"/>
          </p:nvPr>
        </p:nvSpPr>
        <p:spPr/>
        <p:txBody>
          <a:bodyPr/>
          <a:lstStyle/>
          <a:p>
            <a:r>
              <a:rPr lang="en-GB" b="1"/>
              <a:t>Book a 30-Minute Demo</a:t>
            </a:r>
          </a:p>
          <a:p>
            <a:r>
              <a:rPr lang="en-GB"/>
              <a:t/>
            </a:r>
          </a:p>
          <a:p>
            <a:r>
              <a:rPr lang="en-GB"/>
              <a:t>See CDH Bridge live with your own Pega CDH sandbox. We walk through a real customer journey — anonymous browse to NBA acceptance — and show the exact latency and lift numbers.</a:t>
            </a:r>
          </a:p>
          <a:p>
            <a:r>
              <a:rPr lang="en-GB"/>
              <a:t/>
            </a:r>
          </a:p>
          <a:p>
            <a:r>
              <a:rPr lang="en-GB" b="1"/>
              <a:t>Book demo →</a:t>
            </a:r>
            <a:r>
              <a:rPr lang="en-GB"/>
              <a:t xml:space="preserve"> calendly.com/wearedcs</a:t>
            </a:r>
          </a:p>
        </p:txBody>
      </p:sp>
      <p:sp>
        <p:nvSpPr>
          <p:cNvPr id="5" name="Badge2"/>
          <p:cNvSpPr>
            <a:spLocks noGrp="1"/>
          </p:cNvSpPr>
          <p:nvPr>
            <p:ph idx="13"/>
          </p:nvPr>
        </p:nvSpPr>
        <p:spPr/>
        <p:txBody>
          <a:bodyPr/>
          <a:lstStyle/>
          <a:p>
            <a:r>
              <a:rPr lang="en-GB" b="1"/>
              <a:t>02</a:t>
            </a:r>
          </a:p>
        </p:txBody>
      </p:sp>
      <p:sp>
        <p:nvSpPr>
          <p:cNvPr id="6" name="Content2"/>
          <p:cNvSpPr>
            <a:spLocks noGrp="1"/>
          </p:cNvSpPr>
          <p:nvPr>
            <p:ph idx="12"/>
          </p:nvPr>
        </p:nvSpPr>
        <p:spPr/>
        <p:txBody>
          <a:bodyPr/>
          <a:lstStyle/>
          <a:p>
            <a:r>
              <a:rPr lang="en-GB" b="1"/>
              <a:t>Run a 30-Day POC</a:t>
            </a:r>
          </a:p>
          <a:p>
            <a:r>
              <a:rPr lang="en-GB"/>
              <a:t/>
            </a:r>
          </a:p>
          <a:p>
            <a:r>
              <a:rPr lang="en-GB"/>
              <a:t>We connect CDH Bridge to one data source and one channel at your client site. Within 30 days, measurable before/after NBA acceptance comparison. We guarantee a result or refund month 1.</a:t>
            </a:r>
          </a:p>
          <a:p>
            <a:r>
              <a:rPr lang="en-GB"/>
              <a:t/>
            </a:r>
          </a:p>
          <a:p>
            <a:r>
              <a:rPr lang="en-GB" b="1"/>
              <a:t>Start POC →</a:t>
            </a:r>
            <a:r>
              <a:rPr lang="en-GB"/>
              <a:t xml:space="preserve"> sunil@wearedcs.com</a:t>
            </a:r>
          </a:p>
        </p:txBody>
      </p:sp>
      <p:sp>
        <p:nvSpPr>
          <p:cNvPr id="7" name="Badge3"/>
          <p:cNvSpPr>
            <a:spLocks noGrp="1"/>
          </p:cNvSpPr>
          <p:nvPr>
            <p:ph idx="19"/>
          </p:nvPr>
        </p:nvSpPr>
        <p:spPr/>
        <p:txBody>
          <a:bodyPr/>
          <a:lstStyle/>
          <a:p>
            <a:r>
              <a:rPr lang="en-GB" b="1"/>
              <a:t>03</a:t>
            </a:r>
          </a:p>
        </p:txBody>
      </p:sp>
      <p:sp>
        <p:nvSpPr>
          <p:cNvPr id="8" name="Content3"/>
          <p:cNvSpPr>
            <a:spLocks noGrp="1"/>
          </p:cNvSpPr>
          <p:nvPr>
            <p:ph idx="18"/>
          </p:nvPr>
        </p:nvSpPr>
        <p:spPr/>
        <p:txBody>
          <a:bodyPr/>
          <a:lstStyle/>
          <a:p>
            <a:r>
              <a:rPr lang="en-GB" b="1"/>
              <a:t>Propose to a Client</a:t>
            </a:r>
          </a:p>
          <a:p>
            <a:r>
              <a:rPr lang="en-GB"/>
              <a:t/>
            </a:r>
          </a:p>
          <a:p>
            <a:r>
              <a:rPr lang="en-GB"/>
              <a:t>Tell us which Pega CDH client is underperforming. DCS builds the business case, pricing proposal, and this deck in your client’s branding. You bring the relationship, we bring the product.</a:t>
            </a:r>
          </a:p>
          <a:p>
            <a:r>
              <a:rPr lang="en-GB"/>
              <a:t/>
            </a:r>
          </a:p>
          <a:p>
            <a:r>
              <a:rPr lang="en-GB" b="1"/>
              <a:t>Propose →</a:t>
            </a:r>
            <a:r>
              <a:rPr lang="en-GB"/>
              <a:t xml:space="preserve"> nanjundan@wearedcs.com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singText"/>
          <p:cNvSpPr/>
          <p:nvPr/>
        </p:nvSpPr>
        <p:spPr>
          <a:xfrm>
            <a:off x="914400" y="2400000"/>
            <a:ext cx="7200000" cy="3000000"/>
          </a:xfrm>
          <a:prstGeom prst="rect">
            <a:avLst/>
          </a:prstGeom>
          <a:noFill/>
        </p:spPr>
        <p:txBody>
          <a:bodyPr/>
          <a:lstStyle/>
          <a:p>
            <a:r>
              <a:rPr lang="en-GB" sz="3200" b="1">
                <a:solidFill>
                  <a:srgbClr val="FFFFFF"/>
                </a:solidFill>
              </a:rPr>
              <a:t>CDH Bridge</a:t>
            </a:r>
          </a:p>
          <a:p>
            <a:r>
              <a:rPr lang="en-GB" sz="1800">
                <a:solidFill>
                  <a:srgbClr val="FFFFFF"/>
                </a:solidFill>
              </a:rPr>
              <a:t>The fastest path to real-time NBA accuracy for Pega CDH customers.</a:t>
            </a:r>
          </a:p>
          <a:p>
            <a:r>
              <a:rPr lang="en-GB" sz="1400" i="1">
                <a:solidFill>
                  <a:srgbClr val="49DEB6"/>
                </a:solidFill>
              </a:rPr>
              <a:t>Built by DCS. Powered by Pega. Live in 30 Days.</a:t>
            </a:r>
          </a:p>
          <a:p>
            <a:r>
              <a:rPr lang="en-GB" sz="1200">
                <a:solidFill>
                  <a:srgbClr val="FFFFFF"/>
                </a:solidFill>
              </a:rPr>
              <a:t>DCS | wearedcs.com | Sunil Lodha | Nanjundan Chinnasamy</a:t>
            </a:r>
          </a:p>
        </p:txBody>
      </p:sp>
    </p:spTree>
  </p:cSld>
  <p:clrMapOvr>
    <a:masterClrMapping/>
  </p:clrMapOvr>
</p:sld>
</file>

<file path=ppt/theme/theme1.xml><?xml version="1.0" encoding="utf-8"?>
<a:theme xmlns:a="http://schemas.openxmlformats.org/drawingml/2006/main" name="1_Office Theme">
  <a:themeElements>
    <a:clrScheme name="DCS 2023">
      <a:dk1>
        <a:srgbClr val="0F0E5A"/>
      </a:dk1>
      <a:lt1>
        <a:srgbClr val="FFFFFF"/>
      </a:lt1>
      <a:dk2>
        <a:srgbClr val="2B65F6"/>
      </a:dk2>
      <a:lt2>
        <a:srgbClr val="D0D9E3"/>
      </a:lt2>
      <a:accent1>
        <a:srgbClr val="49DEB6"/>
      </a:accent1>
      <a:accent2>
        <a:srgbClr val="0F0E5A"/>
      </a:accent2>
      <a:accent3>
        <a:srgbClr val="2B65F6"/>
      </a:accent3>
      <a:accent4>
        <a:srgbClr val="2B96F7"/>
      </a:accent4>
      <a:accent5>
        <a:srgbClr val="28E6FA"/>
      </a:accent5>
      <a:accent6>
        <a:srgbClr val="76809A"/>
      </a:accent6>
      <a:hlink>
        <a:srgbClr val="49DEB6"/>
      </a:hlink>
      <a:folHlink>
        <a:srgbClr val="5DCB9E"/>
      </a:folHlink>
    </a:clrScheme>
    <a:fontScheme name="DCS Updated">
      <a:majorFont>
        <a:latin typeface="Cabinet Grotesk Medium"/>
        <a:ea typeface=""/>
        <a:cs typeface=""/>
      </a:majorFont>
      <a:minorFont>
        <a:latin typeface="Cabinet Grotesk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3"/>
            </a:gs>
            <a:gs pos="39000">
              <a:schemeClr val="accent4"/>
            </a:gs>
            <a:gs pos="99000">
              <a:schemeClr val="accent1"/>
            </a:gs>
          </a:gsLst>
          <a:lin ang="2700000" scaled="1"/>
          <a:tileRect/>
        </a:gra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a:spAutoFit/>
      </a:bodyPr>
      <a:lstStyle>
        <a:defPPr marL="0" marR="0" indent="0" algn="l" defTabSz="914400" rtl="0" eaLnBrk="1" fontAlgn="auto" latinLnBrk="0" hangingPunct="1">
          <a:lnSpc>
            <a:spcPct val="100000"/>
          </a:lnSpc>
          <a:spcBef>
            <a:spcPts val="0"/>
          </a:spcBef>
          <a:spcAft>
            <a:spcPts val="0"/>
          </a:spcAft>
          <a:buClrTx/>
          <a:buSzTx/>
          <a:buFontTx/>
          <a:buNone/>
          <a:tabLst/>
          <a:defRPr sz="1600" dirty="0"/>
        </a:defPPr>
      </a:lstStyle>
    </a:txDef>
  </a:objectDefaults>
  <a:extraClrSchemeLst/>
  <a:extLst>
    <a:ext uri="{05A4C25C-085E-4340-85A3-A5531E510DB2}">
      <thm15:themeFamily xmlns:thm15="http://schemas.microsoft.com/office/thememl/2012/main" name="DCS PPT Template v3" id="{B0D0BC19-0052-9348-8BEF-854E5ECA161B}" vid="{D424A766-C0DF-8240-B898-79756C74C2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6b655d9-60f1-46d3-bc9b-8fb7ca506cc6">
      <Terms xmlns="http://schemas.microsoft.com/office/infopath/2007/PartnerControls"/>
    </lcf76f155ced4ddcb4097134ff3c332f>
    <TaxCatchAll xmlns="231d4109-3b05-4d1f-abc2-abdc450244bb" xsi:nil="true"/>
    <SharedWithUsers xmlns="231d4109-3b05-4d1f-abc2-abdc450244bb">
      <UserInfo>
        <DisplayName>Douglas Hampton</DisplayName>
        <AccountId>17</AccountId>
        <AccountType/>
      </UserInfo>
      <UserInfo>
        <DisplayName>Sunil Lodha</DisplayName>
        <AccountId>12</AccountId>
        <AccountType/>
      </UserInfo>
      <UserInfo>
        <DisplayName>Sanjay Jobanputra</DisplayName>
        <AccountId>37</AccountId>
        <AccountType/>
      </UserInfo>
      <UserInfo>
        <DisplayName>Emma Laden</DisplayName>
        <AccountId>30</AccountId>
        <AccountType/>
      </UserInfo>
      <UserInfo>
        <DisplayName>Andreas Liljeberg</DisplayName>
        <AccountId>18</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E668945F4DA844B4D7F63F923EF8A0" ma:contentTypeVersion="17" ma:contentTypeDescription="Create a new document." ma:contentTypeScope="" ma:versionID="fffa8a5c6a646c723fddbc1ce3b05caf">
  <xsd:schema xmlns:xsd="http://www.w3.org/2001/XMLSchema" xmlns:xs="http://www.w3.org/2001/XMLSchema" xmlns:p="http://schemas.microsoft.com/office/2006/metadata/properties" xmlns:ns2="f6b655d9-60f1-46d3-bc9b-8fb7ca506cc6" xmlns:ns3="231d4109-3b05-4d1f-abc2-abdc450244bb" targetNamespace="http://schemas.microsoft.com/office/2006/metadata/properties" ma:root="true" ma:fieldsID="dd1f7cb4d09ae789d9768d69c6f04e5d" ns2:_="" ns3:_="">
    <xsd:import namespace="f6b655d9-60f1-46d3-bc9b-8fb7ca506cc6"/>
    <xsd:import namespace="231d4109-3b05-4d1f-abc2-abdc450244b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b655d9-60f1-46d3-bc9b-8fb7ca506c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ec8820f-0580-4d6a-927f-b5dcb30ef0c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1d4109-3b05-4d1f-abc2-abdc450244bb"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57b1f-d278-4817-abef-db1489ed1dc7}" ma:internalName="TaxCatchAll" ma:showField="CatchAllData" ma:web="231d4109-3b05-4d1f-abc2-abdc450244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72541F-D729-4185-834B-FDF9B8C492CB}">
  <ds:schemaRefs>
    <ds:schemaRef ds:uri="http://www.w3.org/XML/1998/namespace"/>
    <ds:schemaRef ds:uri="http://schemas.microsoft.com/office/2006/documentManagement/types"/>
    <ds:schemaRef ds:uri="http://purl.org/dc/elements/1.1/"/>
    <ds:schemaRef ds:uri="f6b655d9-60f1-46d3-bc9b-8fb7ca506cc6"/>
    <ds:schemaRef ds:uri="http://purl.org/dc/terms/"/>
    <ds:schemaRef ds:uri="http://schemas.microsoft.com/office/infopath/2007/PartnerControls"/>
    <ds:schemaRef ds:uri="http://schemas.openxmlformats.org/package/2006/metadata/core-properties"/>
    <ds:schemaRef ds:uri="231d4109-3b05-4d1f-abc2-abdc450244b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B4BF4E9A-DD90-40E9-82EC-006155A0141A}">
  <ds:schemaRefs>
    <ds:schemaRef ds:uri="231d4109-3b05-4d1f-abc2-abdc450244bb"/>
    <ds:schemaRef ds:uri="f6b655d9-60f1-46d3-bc9b-8fb7ca506cc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E8334AEC-5E31-4908-AD36-01A323C3EB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TotalTime>
  <Words>11740</Words>
  <Application>Microsoft Office PowerPoint</Application>
  <PresentationFormat>Widescreen</PresentationFormat>
  <Paragraphs>1100</Paragraphs>
  <Slides>62</Slides>
  <Notes>57</Notes>
  <HiddenSlides>20</HiddenSlides>
  <MMClips>1</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1_Office Theme</vt:lpstr>
      <vt:lpstr>PowerPoint Presentation</vt:lpstr>
      <vt:lpstr>With you today</vt:lpstr>
      <vt:lpstr>Further detail – Videos on Demand</vt:lpstr>
      <vt:lpstr>The Decisioning landscape at NatWest</vt:lpstr>
      <vt:lpstr>Key themes</vt:lpstr>
      <vt:lpstr>What are the 3 key things we want you to come away with?</vt:lpstr>
      <vt:lpstr>What does the future look like?</vt:lpstr>
      <vt:lpstr>Further experts not with us today</vt:lpstr>
      <vt:lpstr>A welcome message from Sunil Lodha </vt:lpstr>
      <vt:lpstr>Today’s Agenda </vt:lpstr>
      <vt:lpstr>PowerPoint Presentation</vt:lpstr>
      <vt:lpstr>The Decisioning landscape at NatWest</vt:lpstr>
      <vt:lpstr>Key themes</vt:lpstr>
      <vt:lpstr>PowerPoint Presentation</vt:lpstr>
      <vt:lpstr>1:1 Customer Engagement Transformation </vt:lpstr>
      <vt:lpstr>How do you eat an elephant?</vt:lpstr>
      <vt:lpstr>1:1 Customer Engagement Matrix </vt:lpstr>
      <vt:lpstr>How does it work?</vt:lpstr>
      <vt:lpstr>Prioritisation</vt:lpstr>
      <vt:lpstr>1:1 Customer Engagement Roadmap</vt:lpstr>
      <vt:lpstr>PowerPoint Presentation</vt:lpstr>
      <vt:lpstr>Key challenges and needs…</vt:lpstr>
      <vt:lpstr>Replacing legacy outbound with Pega Cloud</vt:lpstr>
      <vt:lpstr>Benefits and Considerations</vt:lpstr>
      <vt:lpstr>DCS Recommendation</vt:lpstr>
      <vt:lpstr>Multi-apps in Pega CDH</vt:lpstr>
      <vt:lpstr>PowerPoint Presentation</vt:lpstr>
      <vt:lpstr>Key challenges and needs…</vt:lpstr>
      <vt:lpstr>Delivering data for decisioning, quickly</vt:lpstr>
      <vt:lpstr>A Data Strategy for Customer Experience</vt:lpstr>
      <vt:lpstr>Data in the Opportunity domain</vt:lpstr>
      <vt:lpstr>Example – addressing over-spending</vt:lpstr>
      <vt:lpstr>PowerPoint Presentation</vt:lpstr>
      <vt:lpstr>On-premise data setup today </vt:lpstr>
      <vt:lpstr>Pega Customer Profile Designer (CPD)</vt:lpstr>
      <vt:lpstr>Pega Cloud Pipelines </vt:lpstr>
      <vt:lpstr>Data Process </vt:lpstr>
      <vt:lpstr>Decisioning Data Process</vt:lpstr>
      <vt:lpstr>Evidence behind having a Decisioning Data Process</vt:lpstr>
      <vt:lpstr>PowerPoint Presentation</vt:lpstr>
      <vt:lpstr>What does the future look like?</vt:lpstr>
      <vt:lpstr>PowerPoint Presentation</vt:lpstr>
      <vt:lpstr>PowerPoint Presentation</vt:lpstr>
      <vt:lpstr>One more thing… </vt:lpstr>
      <vt:lpstr>What does the future look like? </vt:lpstr>
      <vt:lpstr>The vision</vt:lpstr>
      <vt:lpstr>DCS approach to ‘Shaping the Opportunity’</vt:lpstr>
      <vt:lpstr>… has these positive transformations</vt:lpstr>
      <vt:lpstr>1:1 Customer Engagement Transformation </vt:lpstr>
      <vt:lpstr>PowerPoint Presentation</vt:lpstr>
      <vt:lpstr>Migrating Legacy Outbound Campaigns - Option 2</vt:lpstr>
      <vt:lpstr>Considerations</vt:lpstr>
      <vt:lpstr>Key needs and challenges</vt:lpstr>
      <vt:lpstr>Key challenges and needs…</vt:lpstr>
      <vt:lpstr>Delivering data for decisioning, quickly</vt:lpstr>
      <vt:lpstr>Background</vt:lpstr>
      <vt:lpstr>DCS Recommendation </vt:lpstr>
      <vt:lpstr>Section 4</vt:lpstr>
      <vt:lpstr>Engagement mix </vt:lpstr>
      <vt:lpstr>Data Science – Applying some rigour</vt:lpstr>
      <vt:lpstr>‘Explore vs Exploit Balance’</vt:lpstr>
      <vt:lpstr>Pega Cloud Pipelines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NWB Olympus Ideas deck - draft</dc:title>
  <dc:creator>Andreas Liljeberg</dc:creator>
  <cp:lastModifiedBy>Sunil Lodha</cp:lastModifiedBy>
  <cp:revision>4</cp:revision>
  <cp:lastPrinted>1601-01-01T00:00:00Z</cp:lastPrinted>
  <dcterms:created xsi:type="dcterms:W3CDTF">2024-01-08T16:25:18Z</dcterms:created>
  <dcterms:modified xsi:type="dcterms:W3CDTF">2025-10-20T09:25:47Z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0x0101006BE668945F4DA844B4D7F63F923EF8A0</vt:lpwstr>
  </property>
  <property fmtid="{D5CDD505-2E9C-101B-9397-08002B2CF9AE}" pid="3" name="MediaServiceImageTags">
    <vt:lpwstr/>
  </property>
</Properties>
</file>