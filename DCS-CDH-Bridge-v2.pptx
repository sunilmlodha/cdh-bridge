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7"/>
  </p:notesMasterIdLst>
  <p:sldIdLst>
    <p:sldId id="259" r:id="rId5"/>
    <p:sldId id="260" r:id="rId73"/>
    <p:sldId id="261" r:id="rId74"/>
    <p:sldId id="262" r:id="rId75"/>
    <p:sldId id="263" r:id="rId76"/>
    <p:sldId id="264" r:id="rId77"/>
    <p:sldId id="265" r:id="rId78"/>
    <p:sldId id="266" r:id="rId79"/>
    <p:sldId id="267" r:id="rId80"/>
    <p:sldId id="268" r:id="rId81"/>
    <p:sldId id="269" r:id="rId82"/>
    <p:sldId id="270" r:id="rId83"/>
    <p:sldId id="271" r:id="rId84"/>
    <p:sldId id="272" r:id="rId85"/>
    <p:sldId id="273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E4734A-49AC-B3B3-A8B5-605A2FD6CFD1}" name="Stephen Montgomery" initials="SM" userId="S::smontgomery@wearedcs.com::361a0cf2-c151-44e9-a108-60a0ab08a6f0" providerId="AD"/>
  <p188:author id="{D83C994E-387D-3BA6-EA35-23CDB5E07564}" name="Sanjay Jobanputra" initials="SJ" userId="S::sjobanputra@wearedcs.com::b5f6964d-a8bd-47bf-9e5b-575c7c6d3308" providerId="AD"/>
  <p188:author id="{6420EE53-9E62-47CE-7D7D-B6B2A486D8F2}" name="Douglas Hampton" initials="DH" userId="S::dhampton@wearedcs.com::378431e6-c4ea-44dc-93c8-c24d6d747533" providerId="AD"/>
  <p188:author id="{576DB177-043E-C709-BE6D-4A0F97EAD352}" name="Emma Laden" initials="EL" userId="S::eladen@wearedcs.com::8ae6f82e-eb40-406a-b51f-1b4c4842b056" providerId="AD"/>
  <p188:author id="{5B9338EA-B520-732A-8EF4-9A1AED811D20}" name="Sathiesh Lokanadan" initials="SL" userId="S::slokanadan@wearedcs.com::d679ac63-7a1d-447d-8343-2d1a54bbcc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F2E2"/>
    <a:srgbClr val="A32AE1"/>
    <a:srgbClr val="F06C00"/>
    <a:srgbClr val="5E10B1"/>
    <a:srgbClr val="08072D"/>
    <a:srgbClr val="000000"/>
    <a:srgbClr val="551E6F"/>
    <a:srgbClr val="561F70"/>
    <a:srgbClr val="0F0E5A"/>
    <a:srgbClr val="1229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0"/>
  </p:normalViewPr>
  <p:slideViewPr>
    <p:cSldViewPr snapToGrid="0">
      <p:cViewPr varScale="1">
        <p:scale>
          <a:sx n="93" d="100"/>
          <a:sy n="93" d="100"/>
        </p:scale>
        <p:origin x="122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68" Type="http://schemas.openxmlformats.org/officeDocument/2006/relationships/presProps" Target="presProps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5" Type="http://schemas.openxmlformats.org/officeDocument/2006/relationships/slide" Target="slides/slide1.xml"/><Relationship Id="rId69" Type="http://schemas.openxmlformats.org/officeDocument/2006/relationships/viewProps" Target="viewProps.xml"/><Relationship Id="rId72" Type="http://schemas.microsoft.com/office/2018/10/relationships/authors" Target="authors.xml"/><Relationship Id="rId3" Type="http://schemas.openxmlformats.org/officeDocument/2006/relationships/customXml" Target="../customXml/item3.xml"/><Relationship Id="rId67" Type="http://schemas.openxmlformats.org/officeDocument/2006/relationships/notesMaster" Target="notesMasters/notesMaster1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4" Type="http://schemas.openxmlformats.org/officeDocument/2006/relationships/slideMaster" Target="slideMasters/slideMaster1.xml"/><Relationship Id="rId73" Type="http://schemas.openxmlformats.org/officeDocument/2006/relationships/slide" Target="slides/slide2.xml"/><Relationship Id="rId74" Type="http://schemas.openxmlformats.org/officeDocument/2006/relationships/slide" Target="slides/slide3.xml"/><Relationship Id="rId75" Type="http://schemas.openxmlformats.org/officeDocument/2006/relationships/slide" Target="slides/slide4.xml"/><Relationship Id="rId76" Type="http://schemas.openxmlformats.org/officeDocument/2006/relationships/slide" Target="slides/slide5.xml"/><Relationship Id="rId77" Type="http://schemas.openxmlformats.org/officeDocument/2006/relationships/slide" Target="slides/slide6.xml"/><Relationship Id="rId78" Type="http://schemas.openxmlformats.org/officeDocument/2006/relationships/slide" Target="slides/slide7.xml"/><Relationship Id="rId79" Type="http://schemas.openxmlformats.org/officeDocument/2006/relationships/slide" Target="slides/slide8.xml"/><Relationship Id="rId80" Type="http://schemas.openxmlformats.org/officeDocument/2006/relationships/slide" Target="slides/slide9.xml"/><Relationship Id="rId81" Type="http://schemas.openxmlformats.org/officeDocument/2006/relationships/slide" Target="slides/slide10.xml"/><Relationship Id="rId82" Type="http://schemas.openxmlformats.org/officeDocument/2006/relationships/slide" Target="slides/slide11.xml"/><Relationship Id="rId83" Type="http://schemas.openxmlformats.org/officeDocument/2006/relationships/slide" Target="slides/slide12.xml"/><Relationship Id="rId84" Type="http://schemas.openxmlformats.org/officeDocument/2006/relationships/slide" Target="slides/slide13.xml"/><Relationship Id="rId85" Type="http://schemas.openxmlformats.org/officeDocument/2006/relationships/slide" Target="slides/slide14.xml"/><Relationship Id="rId86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55941-624B-4A33-8612-03E8C712F976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5A3C5-F67F-4872-B7DB-616215654B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507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393F7C-B858-4EEC-9ADC-535FFA5646E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et Grotesk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et Grotesk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70974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5325" y="2564372"/>
            <a:ext cx="8946216" cy="1655762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4800" b="1" i="0">
                <a:latin typeface="Cabinet Grotesk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 descr="A picture containing company name">
            <a:extLst>
              <a:ext uri="{FF2B5EF4-FFF2-40B4-BE49-F238E27FC236}">
                <a16:creationId xmlns:a16="http://schemas.microsoft.com/office/drawing/2014/main" id="{F7CDA65F-BDB0-A1D9-3990-A611740B71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325" y="549275"/>
            <a:ext cx="2214282" cy="90767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58702-515D-4136-3685-F15DDDA13B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325" y="4854294"/>
            <a:ext cx="5907088" cy="968375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B55D1B-D697-C608-F91C-816D4885B373}"/>
              </a:ext>
            </a:extLst>
          </p:cNvPr>
          <p:cNvGrpSpPr/>
          <p:nvPr userDrawn="1"/>
        </p:nvGrpSpPr>
        <p:grpSpPr>
          <a:xfrm>
            <a:off x="10623496" y="1449387"/>
            <a:ext cx="289042" cy="5408615"/>
            <a:chOff x="10623496" y="1449387"/>
            <a:chExt cx="289042" cy="540861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B5C2F4D-005F-24A9-1E3E-3E66144F220F}"/>
                </a:ext>
              </a:extLst>
            </p:cNvPr>
            <p:cNvSpPr/>
            <p:nvPr/>
          </p:nvSpPr>
          <p:spPr>
            <a:xfrm rot="5400000">
              <a:off x="10623496" y="1449387"/>
              <a:ext cx="289042" cy="289042"/>
            </a:xfrm>
            <a:prstGeom prst="ellipse">
              <a:avLst/>
            </a:prstGeom>
            <a:noFill/>
            <a:ln w="889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E9BB178-4223-02CF-5B78-9BC375CEBF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68018" y="1738430"/>
              <a:ext cx="0" cy="5119572"/>
            </a:xfrm>
            <a:prstGeom prst="line">
              <a:avLst/>
            </a:prstGeom>
            <a:ln w="88900" cap="rnd">
              <a:gradFill flip="none" rotWithShape="1">
                <a:gsLst>
                  <a:gs pos="0">
                    <a:schemeClr val="tx2"/>
                  </a:gs>
                  <a:gs pos="53000">
                    <a:schemeClr val="accent4"/>
                  </a:gs>
                  <a:gs pos="99000">
                    <a:schemeClr val="accent1"/>
                  </a:gs>
                </a:gsLst>
                <a:lin ang="540000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D8A43AE-1759-8994-6C48-507A585F4FE5}"/>
              </a:ext>
            </a:extLst>
          </p:cNvPr>
          <p:cNvGrpSpPr/>
          <p:nvPr userDrawn="1"/>
        </p:nvGrpSpPr>
        <p:grpSpPr>
          <a:xfrm>
            <a:off x="8820822" y="5760130"/>
            <a:ext cx="289042" cy="1097872"/>
            <a:chOff x="8820822" y="5760130"/>
            <a:chExt cx="289042" cy="109787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D3B5D50-143E-1F93-4D6A-6E4B13E9E4F4}"/>
                </a:ext>
              </a:extLst>
            </p:cNvPr>
            <p:cNvSpPr/>
            <p:nvPr/>
          </p:nvSpPr>
          <p:spPr>
            <a:xfrm rot="5400000">
              <a:off x="8820822" y="5760130"/>
              <a:ext cx="289042" cy="289042"/>
            </a:xfrm>
            <a:prstGeom prst="ellipse">
              <a:avLst/>
            </a:prstGeom>
            <a:noFill/>
            <a:ln w="88900">
              <a:solidFill>
                <a:srgbClr val="3CBF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0807023-8EBA-4E00-CD7A-81514244D65F}"/>
                </a:ext>
              </a:extLst>
            </p:cNvPr>
            <p:cNvCxnSpPr>
              <a:cxnSpLocks/>
            </p:cNvCxnSpPr>
            <p:nvPr/>
          </p:nvCxnSpPr>
          <p:spPr>
            <a:xfrm>
              <a:off x="8965344" y="6049173"/>
              <a:ext cx="0" cy="808829"/>
            </a:xfrm>
            <a:prstGeom prst="line">
              <a:avLst/>
            </a:prstGeom>
            <a:ln w="88900" cap="rnd">
              <a:gradFill flip="none" rotWithShape="1">
                <a:gsLst>
                  <a:gs pos="0">
                    <a:srgbClr val="3CBFD3"/>
                  </a:gs>
                  <a:gs pos="99000">
                    <a:schemeClr val="accent1"/>
                  </a:gs>
                </a:gsLst>
                <a:lin ang="540000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4C7EEF-0B16-5738-02FE-14D101BC4168}"/>
              </a:ext>
            </a:extLst>
          </p:cNvPr>
          <p:cNvCxnSpPr>
            <a:cxnSpLocks/>
          </p:cNvCxnSpPr>
          <p:nvPr userDrawn="1"/>
        </p:nvCxnSpPr>
        <p:spPr>
          <a:xfrm>
            <a:off x="9469938" y="6191362"/>
            <a:ext cx="0" cy="666640"/>
          </a:xfrm>
          <a:prstGeom prst="line">
            <a:avLst/>
          </a:prstGeom>
          <a:ln w="88900" cap="rnd">
            <a:gradFill flip="none" rotWithShape="1">
              <a:gsLst>
                <a:gs pos="0">
                  <a:srgbClr val="3EC7CB"/>
                </a:gs>
                <a:gs pos="99000">
                  <a:schemeClr val="accent1"/>
                </a:gs>
              </a:gsLst>
              <a:lin ang="540000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407875-C6F7-69E2-52DA-5D8E0541CE6D}"/>
              </a:ext>
            </a:extLst>
          </p:cNvPr>
          <p:cNvCxnSpPr>
            <a:cxnSpLocks/>
          </p:cNvCxnSpPr>
          <p:nvPr userDrawn="1"/>
        </p:nvCxnSpPr>
        <p:spPr>
          <a:xfrm>
            <a:off x="10445298" y="3108528"/>
            <a:ext cx="0" cy="3749474"/>
          </a:xfrm>
          <a:prstGeom prst="line">
            <a:avLst/>
          </a:prstGeom>
          <a:ln w="88900" cap="rnd">
            <a:gradFill flip="none" rotWithShape="1">
              <a:gsLst>
                <a:gs pos="0">
                  <a:srgbClr val="2A80F8"/>
                </a:gs>
                <a:gs pos="53000">
                  <a:schemeClr val="accent4"/>
                </a:gs>
                <a:gs pos="99000">
                  <a:schemeClr val="accent1"/>
                </a:gs>
              </a:gsLst>
              <a:lin ang="540000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DE7FD7-3C74-305C-9A0C-B9B3CED20B7B}"/>
              </a:ext>
            </a:extLst>
          </p:cNvPr>
          <p:cNvCxnSpPr>
            <a:cxnSpLocks/>
          </p:cNvCxnSpPr>
          <p:nvPr userDrawn="1"/>
        </p:nvCxnSpPr>
        <p:spPr>
          <a:xfrm>
            <a:off x="11324864" y="4266769"/>
            <a:ext cx="0" cy="2591233"/>
          </a:xfrm>
          <a:prstGeom prst="line">
            <a:avLst/>
          </a:prstGeom>
          <a:ln w="88900" cap="rnd">
            <a:gradFill flip="none" rotWithShape="1">
              <a:gsLst>
                <a:gs pos="1000">
                  <a:srgbClr val="2A94F8"/>
                </a:gs>
                <a:gs pos="53000">
                  <a:schemeClr val="accent4"/>
                </a:gs>
                <a:gs pos="99000">
                  <a:schemeClr val="accent1"/>
                </a:gs>
              </a:gsLst>
              <a:lin ang="540000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2D776D-03CC-190F-C5BA-1D2DE3F402DD}"/>
              </a:ext>
            </a:extLst>
          </p:cNvPr>
          <p:cNvCxnSpPr>
            <a:cxnSpLocks/>
          </p:cNvCxnSpPr>
          <p:nvPr userDrawn="1"/>
        </p:nvCxnSpPr>
        <p:spPr>
          <a:xfrm>
            <a:off x="9243515" y="6339407"/>
            <a:ext cx="0" cy="518593"/>
          </a:xfrm>
          <a:prstGeom prst="line">
            <a:avLst/>
          </a:prstGeom>
          <a:ln w="88900" cap="rnd">
            <a:gradFill flip="none" rotWithShape="1">
              <a:gsLst>
                <a:gs pos="0">
                  <a:srgbClr val="3EC7CB"/>
                </a:gs>
                <a:gs pos="99000">
                  <a:schemeClr val="accent1"/>
                </a:gs>
              </a:gsLst>
              <a:lin ang="540000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88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3">
          <p15:clr>
            <a:srgbClr val="FBAE40"/>
          </p15:clr>
        </p15:guide>
        <p15:guide id="2" orient="horz" pos="572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438">
          <p15:clr>
            <a:srgbClr val="FBAE40"/>
          </p15:clr>
        </p15:guide>
        <p15:guide id="5" pos="724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9" y="603063"/>
            <a:ext cx="8010525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4F7701-7110-BEB5-20D6-B114C658B63C}"/>
              </a:ext>
            </a:extLst>
          </p:cNvPr>
          <p:cNvSpPr/>
          <p:nvPr userDrawn="1"/>
        </p:nvSpPr>
        <p:spPr>
          <a:xfrm>
            <a:off x="0" y="0"/>
            <a:ext cx="2516777" cy="6858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4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Logo, company name  Description automatically generated">
            <a:extLst>
              <a:ext uri="{FF2B5EF4-FFF2-40B4-BE49-F238E27FC236}">
                <a16:creationId xmlns:a16="http://schemas.microsoft.com/office/drawing/2014/main" id="{8214624C-CD78-AA7E-E198-734ABF3ACE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325" y="6001883"/>
            <a:ext cx="1045793" cy="4286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CC15A35-06B9-0BA2-C117-D47197C86E30}"/>
              </a:ext>
            </a:extLst>
          </p:cNvPr>
          <p:cNvGrpSpPr/>
          <p:nvPr userDrawn="1"/>
        </p:nvGrpSpPr>
        <p:grpSpPr>
          <a:xfrm rot="10800000">
            <a:off x="1741117" y="0"/>
            <a:ext cx="289042" cy="4627824"/>
            <a:chOff x="10623496" y="1449387"/>
            <a:chExt cx="289042" cy="462782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7F07D18-51F8-40DE-23F0-AA1BA86BBE3D}"/>
                </a:ext>
              </a:extLst>
            </p:cNvPr>
            <p:cNvSpPr/>
            <p:nvPr/>
          </p:nvSpPr>
          <p:spPr>
            <a:xfrm rot="5400000">
              <a:off x="10623496" y="1449387"/>
              <a:ext cx="289042" cy="289042"/>
            </a:xfrm>
            <a:prstGeom prst="ellipse">
              <a:avLst/>
            </a:prstGeom>
            <a:noFill/>
            <a:ln w="889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2629A47-10D6-F780-53AA-484F688CB7DE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0768018" y="1738430"/>
              <a:ext cx="9256" cy="4338781"/>
            </a:xfrm>
            <a:prstGeom prst="line">
              <a:avLst/>
            </a:prstGeom>
            <a:ln w="88900" cap="rnd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C01481-023B-1536-17A8-2A5F25E95616}"/>
              </a:ext>
            </a:extLst>
          </p:cNvPr>
          <p:cNvCxnSpPr>
            <a:cxnSpLocks/>
          </p:cNvCxnSpPr>
          <p:nvPr userDrawn="1"/>
        </p:nvCxnSpPr>
        <p:spPr>
          <a:xfrm flipV="1">
            <a:off x="1537975" y="0"/>
            <a:ext cx="0" cy="1980036"/>
          </a:xfrm>
          <a:prstGeom prst="line">
            <a:avLst/>
          </a:prstGeom>
          <a:ln w="88900" cap="rnd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57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CB6B6F8-0348-75DD-0C7F-AD8CC15D09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66092" y="3296276"/>
            <a:ext cx="7248525" cy="688692"/>
          </a:xfrm>
        </p:spPr>
        <p:txBody>
          <a:bodyPr>
            <a:normAutofit/>
          </a:bodyPr>
          <a:lstStyle>
            <a:lvl1pPr marL="0" algn="ctr" defTabSz="914400" rtl="0" eaLnBrk="1" latinLnBrk="0" hangingPunct="1">
              <a:defRPr lang="en-GB" sz="4200" b="1" kern="1200" dirty="0">
                <a:solidFill>
                  <a:schemeClr val="tx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Section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10AEE3E-2DDB-C8F7-0996-107381DAC9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6461" y="2687341"/>
            <a:ext cx="3920037" cy="277000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1800" b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SECTION NUMBER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30AC6C1-3DCE-7B76-690D-54E2D665729C}"/>
              </a:ext>
            </a:extLst>
          </p:cNvPr>
          <p:cNvSpPr/>
          <p:nvPr userDrawn="1"/>
        </p:nvSpPr>
        <p:spPr>
          <a:xfrm>
            <a:off x="-623294" y="-510950"/>
            <a:ext cx="3920038" cy="392003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36621" dist="12700" dir="3741831" sx="101273" sy="101273" algn="tl" rotWithShape="0">
              <a:schemeClr val="tx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99E97E4-D10C-879B-01CE-522312E268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22675" y="-410331"/>
            <a:ext cx="3718800" cy="3718800"/>
          </a:xfrm>
          <a:prstGeom prst="ellipse">
            <a:avLst/>
          </a:prstGeom>
          <a:solidFill>
            <a:schemeClr val="bg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1BA88C-9596-0488-CD76-7AD45F6BD318}"/>
              </a:ext>
            </a:extLst>
          </p:cNvPr>
          <p:cNvSpPr/>
          <p:nvPr userDrawn="1"/>
        </p:nvSpPr>
        <p:spPr>
          <a:xfrm>
            <a:off x="56444" y="64929"/>
            <a:ext cx="12067823" cy="6730982"/>
          </a:xfrm>
          <a:prstGeom prst="rect">
            <a:avLst/>
          </a:prstGeom>
          <a:noFill/>
          <a:ln w="127000">
            <a:gradFill>
              <a:gsLst>
                <a:gs pos="56000">
                  <a:schemeClr val="accent4"/>
                </a:gs>
                <a:gs pos="0">
                  <a:schemeClr val="accent3"/>
                </a:gs>
                <a:gs pos="99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8A78F3-6ED7-8306-70EE-C760B3B54004}"/>
              </a:ext>
            </a:extLst>
          </p:cNvPr>
          <p:cNvCxnSpPr/>
          <p:nvPr userDrawn="1"/>
        </p:nvCxnSpPr>
        <p:spPr>
          <a:xfrm>
            <a:off x="5342709" y="3161211"/>
            <a:ext cx="1567542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562F464-B319-0648-7C59-2E99F46377FF}"/>
              </a:ext>
            </a:extLst>
          </p:cNvPr>
          <p:cNvGrpSpPr/>
          <p:nvPr userDrawn="1"/>
        </p:nvGrpSpPr>
        <p:grpSpPr>
          <a:xfrm>
            <a:off x="10523969" y="2516775"/>
            <a:ext cx="452865" cy="4279136"/>
            <a:chOff x="10523969" y="1367244"/>
            <a:chExt cx="452865" cy="427913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8D3482-4250-D1D2-A39F-2946130ECEFB}"/>
                </a:ext>
              </a:extLst>
            </p:cNvPr>
            <p:cNvSpPr/>
            <p:nvPr/>
          </p:nvSpPr>
          <p:spPr>
            <a:xfrm rot="5400000">
              <a:off x="10687792" y="1367244"/>
              <a:ext cx="289042" cy="289042"/>
            </a:xfrm>
            <a:prstGeom prst="ellipse">
              <a:avLst/>
            </a:prstGeom>
            <a:noFill/>
            <a:ln w="889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D853B5A-EB0E-5F2E-1B0D-213DBB2FCB37}"/>
                </a:ext>
              </a:extLst>
            </p:cNvPr>
            <p:cNvCxnSpPr>
              <a:cxnSpLocks/>
            </p:cNvCxnSpPr>
            <p:nvPr/>
          </p:nvCxnSpPr>
          <p:spPr>
            <a:xfrm>
              <a:off x="10832313" y="1656286"/>
              <a:ext cx="0" cy="3990094"/>
            </a:xfrm>
            <a:prstGeom prst="line">
              <a:avLst/>
            </a:prstGeom>
            <a:ln w="88900" cap="rnd">
              <a:gradFill flip="none" rotWithShape="1">
                <a:gsLst>
                  <a:gs pos="0">
                    <a:schemeClr val="accent3"/>
                  </a:gs>
                  <a:gs pos="53000">
                    <a:schemeClr val="accent4"/>
                  </a:gs>
                  <a:gs pos="99000">
                    <a:schemeClr val="accent1"/>
                  </a:gs>
                </a:gsLst>
                <a:lin ang="540000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6B54D1-8FE9-35C7-9363-5CDE4685EA21}"/>
                </a:ext>
              </a:extLst>
            </p:cNvPr>
            <p:cNvCxnSpPr>
              <a:cxnSpLocks/>
            </p:cNvCxnSpPr>
            <p:nvPr/>
          </p:nvCxnSpPr>
          <p:spPr>
            <a:xfrm>
              <a:off x="10523969" y="2028426"/>
              <a:ext cx="0" cy="3553769"/>
            </a:xfrm>
            <a:prstGeom prst="line">
              <a:avLst/>
            </a:prstGeom>
            <a:ln w="88900" cap="rnd">
              <a:gradFill flip="none" rotWithShape="1">
                <a:gsLst>
                  <a:gs pos="0">
                    <a:schemeClr val="accent3"/>
                  </a:gs>
                  <a:gs pos="53000">
                    <a:schemeClr val="accent4"/>
                  </a:gs>
                  <a:gs pos="99000">
                    <a:schemeClr val="accent1"/>
                  </a:gs>
                </a:gsLst>
                <a:lin ang="540000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659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1736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10801350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1264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blu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467" y="356081"/>
            <a:ext cx="11505142" cy="783457"/>
          </a:xfrm>
          <a:prstGeom prst="homePlate">
            <a:avLst/>
          </a:prstGeom>
          <a:solidFill>
            <a:schemeClr val="accent3"/>
          </a:solidFill>
        </p:spPr>
        <p:txBody>
          <a:bodyPr wrap="square" lIns="684000" tIns="144000" rIns="72000" bIns="72000" anchor="ctr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2F50C-2DFE-AB65-0405-4224E6573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10801350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7291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gradient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467" y="356081"/>
            <a:ext cx="11505142" cy="783457"/>
          </a:xfrm>
          <a:prstGeom prst="homePlate">
            <a:avLst/>
          </a:prstGeom>
          <a:gradFill>
            <a:gsLst>
              <a:gs pos="100000">
                <a:schemeClr val="accent1"/>
              </a:gs>
              <a:gs pos="61000">
                <a:srgbClr val="35ADE3"/>
              </a:gs>
              <a:gs pos="0">
                <a:schemeClr val="tx2"/>
              </a:gs>
            </a:gsLst>
            <a:lin ang="0" scaled="1"/>
          </a:gradFill>
        </p:spPr>
        <p:txBody>
          <a:bodyPr wrap="square" lIns="684000" tIns="144000" rIns="72000" bIns="72000" anchor="ctr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4B97B9A-4A13-E097-5BD7-327FAF95A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10801350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5523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03063"/>
            <a:ext cx="10801350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D77DC6-D326-3D5D-C23F-5762209201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325" y="1067206"/>
            <a:ext cx="10801350" cy="212259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9A9ECB5-39A5-F380-C767-C98885313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592263"/>
            <a:ext cx="10801350" cy="396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2560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61">
            <a:extLst>
              <a:ext uri="{FF2B5EF4-FFF2-40B4-BE49-F238E27FC236}">
                <a16:creationId xmlns:a16="http://schemas.microsoft.com/office/drawing/2014/main" id="{B17CFF93-3A12-364B-00B9-B4CD9F0DD3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334" y="1449388"/>
            <a:ext cx="5040000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/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 smtClean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1" name="Right Triangle 60">
            <a:extLst>
              <a:ext uri="{FF2B5EF4-FFF2-40B4-BE49-F238E27FC236}">
                <a16:creationId xmlns:a16="http://schemas.microsoft.com/office/drawing/2014/main" id="{E18134F4-4112-4C6C-FF72-DC6AFF5EB71F}"/>
              </a:ext>
            </a:extLst>
          </p:cNvPr>
          <p:cNvSpPr/>
          <p:nvPr userDrawn="1"/>
        </p:nvSpPr>
        <p:spPr>
          <a:xfrm rot="10800000">
            <a:off x="579844" y="2677876"/>
            <a:ext cx="148919" cy="256768"/>
          </a:xfrm>
          <a:prstGeom prst="rtTriangle">
            <a:avLst/>
          </a:prstGeom>
          <a:solidFill>
            <a:srgbClr val="1A5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Text Placeholder 65">
            <a:extLst>
              <a:ext uri="{FF2B5EF4-FFF2-40B4-BE49-F238E27FC236}">
                <a16:creationId xmlns:a16="http://schemas.microsoft.com/office/drawing/2014/main" id="{AC53B018-40A0-3198-9632-65EE0486D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1383" y="2265579"/>
            <a:ext cx="1080000" cy="412750"/>
          </a:xfrm>
          <a:prstGeom prst="homePlate">
            <a:avLst/>
          </a:prstGeom>
          <a:solidFill>
            <a:srgbClr val="2C98F5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72" name="Text Placeholder 61">
            <a:extLst>
              <a:ext uri="{FF2B5EF4-FFF2-40B4-BE49-F238E27FC236}">
                <a16:creationId xmlns:a16="http://schemas.microsoft.com/office/drawing/2014/main" id="{0FDDE25E-F738-EF22-E22D-4309FC2B056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56675" y="1449388"/>
            <a:ext cx="5040000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/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 smtClean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3" name="Right Triangle 72">
            <a:extLst>
              <a:ext uri="{FF2B5EF4-FFF2-40B4-BE49-F238E27FC236}">
                <a16:creationId xmlns:a16="http://schemas.microsoft.com/office/drawing/2014/main" id="{4FCE7D46-C21F-E491-ACA1-6176F2F13BE8}"/>
              </a:ext>
            </a:extLst>
          </p:cNvPr>
          <p:cNvSpPr/>
          <p:nvPr userDrawn="1"/>
        </p:nvSpPr>
        <p:spPr>
          <a:xfrm rot="10800000">
            <a:off x="6307756" y="2677876"/>
            <a:ext cx="148919" cy="25676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Text Placeholder 65">
            <a:extLst>
              <a:ext uri="{FF2B5EF4-FFF2-40B4-BE49-F238E27FC236}">
                <a16:creationId xmlns:a16="http://schemas.microsoft.com/office/drawing/2014/main" id="{2EF25069-05F9-1912-FD70-F039A32D94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8055" y="2265579"/>
            <a:ext cx="1080000" cy="412750"/>
          </a:xfrm>
          <a:prstGeom prst="homePlate">
            <a:avLst/>
          </a:prstGeom>
          <a:solidFill>
            <a:schemeClr val="accent1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79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603063"/>
            <a:ext cx="5133109" cy="358775"/>
          </a:xfrm>
        </p:spPr>
        <p:txBody>
          <a:bodyPr anchor="ctr"/>
          <a:lstStyle/>
          <a:p>
            <a:r>
              <a:rPr lang="en-GB"/>
              <a:t>Click to edit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86EE425-09D9-C755-61B6-32B725A450F3}"/>
              </a:ext>
            </a:extLst>
          </p:cNvPr>
          <p:cNvGrpSpPr/>
          <p:nvPr userDrawn="1"/>
        </p:nvGrpSpPr>
        <p:grpSpPr>
          <a:xfrm rot="16200000">
            <a:off x="9046297" y="-2304804"/>
            <a:ext cx="289042" cy="6007184"/>
            <a:chOff x="10353096" y="1367244"/>
            <a:chExt cx="289042" cy="600718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1B05A96-1806-AF0F-52A3-D32D81C66B20}"/>
                </a:ext>
              </a:extLst>
            </p:cNvPr>
            <p:cNvSpPr/>
            <p:nvPr/>
          </p:nvSpPr>
          <p:spPr>
            <a:xfrm rot="5400000">
              <a:off x="10353096" y="1367244"/>
              <a:ext cx="289042" cy="289042"/>
            </a:xfrm>
            <a:prstGeom prst="ellipse">
              <a:avLst/>
            </a:prstGeom>
            <a:noFill/>
            <a:ln w="889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A78A629-5D9B-288E-40CD-3F1D6B61113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38547" y="4515358"/>
              <a:ext cx="5718141" cy="0"/>
            </a:xfrm>
            <a:prstGeom prst="line">
              <a:avLst/>
            </a:prstGeom>
            <a:ln w="88900">
              <a:gradFill flip="none" rotWithShape="1">
                <a:gsLst>
                  <a:gs pos="0">
                    <a:schemeClr val="tx2"/>
                  </a:gs>
                  <a:gs pos="53000">
                    <a:schemeClr val="accent4"/>
                  </a:gs>
                  <a:gs pos="99000">
                    <a:schemeClr val="accent1"/>
                  </a:gs>
                </a:gsLst>
                <a:lin ang="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 Placeholder 61">
            <a:extLst>
              <a:ext uri="{FF2B5EF4-FFF2-40B4-BE49-F238E27FC236}">
                <a16:creationId xmlns:a16="http://schemas.microsoft.com/office/drawing/2014/main" id="{C2DD5267-535E-FD47-4CAC-24745EA1ED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325" y="1449386"/>
            <a:ext cx="5220000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27" name="Text Placeholder 61">
            <a:extLst>
              <a:ext uri="{FF2B5EF4-FFF2-40B4-BE49-F238E27FC236}">
                <a16:creationId xmlns:a16="http://schemas.microsoft.com/office/drawing/2014/main" id="{7D4EBCEB-E4BD-AA5C-0B9D-55377455A5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49388"/>
            <a:ext cx="5220000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99000">
                <a:schemeClr val="accent4"/>
              </a:gs>
              <a:gs pos="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Master text styles</a:t>
            </a:r>
          </a:p>
        </p:txBody>
      </p:sp>
      <p:sp>
        <p:nvSpPr>
          <p:cNvPr id="28" name="Text Placeholder 61">
            <a:extLst>
              <a:ext uri="{FF2B5EF4-FFF2-40B4-BE49-F238E27FC236}">
                <a16:creationId xmlns:a16="http://schemas.microsoft.com/office/drawing/2014/main" id="{F7CA6351-7C55-FADF-7413-6C810A0535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76677" y="1449386"/>
            <a:ext cx="5220000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29" name="Text Placeholder 61">
            <a:extLst>
              <a:ext uri="{FF2B5EF4-FFF2-40B4-BE49-F238E27FC236}">
                <a16:creationId xmlns:a16="http://schemas.microsoft.com/office/drawing/2014/main" id="{B56911AF-DFD5-8294-C45C-B6C5AE652A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6677" y="1449388"/>
            <a:ext cx="5220000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100000">
                <a:srgbClr val="49DEB6"/>
              </a:gs>
              <a:gs pos="0">
                <a:schemeClr val="accent4"/>
              </a:gs>
              <a:gs pos="99000">
                <a:srgbClr val="49DEB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973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33">
          <p15:clr>
            <a:srgbClr val="FBAE40"/>
          </p15:clr>
        </p15:guide>
        <p15:guide id="2" pos="394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61">
            <a:extLst>
              <a:ext uri="{FF2B5EF4-FFF2-40B4-BE49-F238E27FC236}">
                <a16:creationId xmlns:a16="http://schemas.microsoft.com/office/drawing/2014/main" id="{B17CFF93-3A12-364B-00B9-B4CD9F0DD3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334" y="1449388"/>
            <a:ext cx="5040000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 smtClean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2" name="Text Placeholder 61">
            <a:extLst>
              <a:ext uri="{FF2B5EF4-FFF2-40B4-BE49-F238E27FC236}">
                <a16:creationId xmlns:a16="http://schemas.microsoft.com/office/drawing/2014/main" id="{0FDDE25E-F738-EF22-E22D-4309FC2B056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56675" y="1449388"/>
            <a:ext cx="5040000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 smtClean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4E5438-5CC9-C35B-EA98-EEB37F7ACFAB}"/>
              </a:ext>
            </a:extLst>
          </p:cNvPr>
          <p:cNvSpPr/>
          <p:nvPr/>
        </p:nvSpPr>
        <p:spPr>
          <a:xfrm>
            <a:off x="937517" y="1679658"/>
            <a:ext cx="531327" cy="531327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8377660-F17B-8E5E-B65A-B89A1104483C}"/>
              </a:ext>
            </a:extLst>
          </p:cNvPr>
          <p:cNvSpPr/>
          <p:nvPr/>
        </p:nvSpPr>
        <p:spPr>
          <a:xfrm>
            <a:off x="6699283" y="1679658"/>
            <a:ext cx="531327" cy="5313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8279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6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2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61">
            <a:extLst>
              <a:ext uri="{FF2B5EF4-FFF2-40B4-BE49-F238E27FC236}">
                <a16:creationId xmlns:a16="http://schemas.microsoft.com/office/drawing/2014/main" id="{9A57DC4B-97A9-2FB0-DF8A-5B55809984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334" y="2205038"/>
            <a:ext cx="5041816" cy="338454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3" name="Text Placeholder 61">
            <a:extLst>
              <a:ext uri="{FF2B5EF4-FFF2-40B4-BE49-F238E27FC236}">
                <a16:creationId xmlns:a16="http://schemas.microsoft.com/office/drawing/2014/main" id="{72959CF0-F79A-DAB5-50C8-3310DE8FA9F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56363" y="2205038"/>
            <a:ext cx="5040312" cy="338454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7336CB-682E-4CE1-4D3E-AEF469A76B0C}"/>
              </a:ext>
            </a:extLst>
          </p:cNvPr>
          <p:cNvGrpSpPr/>
          <p:nvPr userDrawn="1"/>
        </p:nvGrpSpPr>
        <p:grpSpPr>
          <a:xfrm>
            <a:off x="6083034" y="2205038"/>
            <a:ext cx="153325" cy="4652962"/>
            <a:chOff x="7955616" y="614090"/>
            <a:chExt cx="153325" cy="46529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CD3F3B5-C750-A65D-6DE1-6C5D78A5B75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955616" y="614090"/>
              <a:ext cx="0" cy="4652962"/>
            </a:xfrm>
            <a:prstGeom prst="line">
              <a:avLst/>
            </a:prstGeom>
            <a:ln w="88900" cap="rnd">
              <a:gradFill flip="none" rotWithShape="1">
                <a:gsLst>
                  <a:gs pos="0">
                    <a:schemeClr val="tx2"/>
                  </a:gs>
                  <a:gs pos="53000">
                    <a:schemeClr val="accent4"/>
                  </a:gs>
                  <a:gs pos="99000">
                    <a:schemeClr val="accent1"/>
                  </a:gs>
                </a:gsLst>
                <a:lin ang="540000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8A1DB89-1AFC-4CB6-1700-775CFA0CD7B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941" y="2802633"/>
              <a:ext cx="0" cy="2464419"/>
            </a:xfrm>
            <a:prstGeom prst="line">
              <a:avLst/>
            </a:prstGeom>
            <a:ln w="88900" cap="rnd">
              <a:gradFill flip="none" rotWithShape="1">
                <a:gsLst>
                  <a:gs pos="0">
                    <a:srgbClr val="2A8EF8"/>
                  </a:gs>
                  <a:gs pos="99000">
                    <a:schemeClr val="accent1"/>
                  </a:gs>
                </a:gsLst>
                <a:lin ang="540000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F19C15C2-A98B-6D18-4033-075B798CD042}"/>
              </a:ext>
            </a:extLst>
          </p:cNvPr>
          <p:cNvSpPr/>
          <p:nvPr userDrawn="1"/>
        </p:nvSpPr>
        <p:spPr>
          <a:xfrm>
            <a:off x="6447558" y="1450214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678EF5D-94EB-2F9C-D832-D7E6E2935FD7}"/>
              </a:ext>
            </a:extLst>
          </p:cNvPr>
          <p:cNvSpPr/>
          <p:nvPr userDrawn="1"/>
        </p:nvSpPr>
        <p:spPr>
          <a:xfrm>
            <a:off x="695325" y="1450214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64568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67">
          <p15:clr>
            <a:srgbClr val="FBAE40"/>
          </p15:clr>
        </p15:guide>
        <p15:guide id="3" orient="horz" pos="138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96C3D924-BD37-2E03-BCC3-8D3A4BBDE7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325" y="1449388"/>
            <a:ext cx="3240000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 smtClean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4" name="Right Triangle 63">
            <a:extLst>
              <a:ext uri="{FF2B5EF4-FFF2-40B4-BE49-F238E27FC236}">
                <a16:creationId xmlns:a16="http://schemas.microsoft.com/office/drawing/2014/main" id="{59D17624-219F-0348-713D-D6FA17EE20CC}"/>
              </a:ext>
            </a:extLst>
          </p:cNvPr>
          <p:cNvSpPr/>
          <p:nvPr userDrawn="1"/>
        </p:nvSpPr>
        <p:spPr>
          <a:xfrm rot="10800000">
            <a:off x="559864" y="2677876"/>
            <a:ext cx="148919" cy="256768"/>
          </a:xfrm>
          <a:prstGeom prst="rtTriangle">
            <a:avLst/>
          </a:prstGeom>
          <a:solidFill>
            <a:srgbClr val="1F4A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15AC3368-BF76-5843-747E-56DB8530DE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705" y="2265579"/>
            <a:ext cx="1080000" cy="412750"/>
          </a:xfrm>
          <a:prstGeom prst="homePlate">
            <a:avLst/>
          </a:prstGeom>
          <a:solidFill>
            <a:schemeClr val="tx2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60" name="Text Placeholder 61">
            <a:extLst>
              <a:ext uri="{FF2B5EF4-FFF2-40B4-BE49-F238E27FC236}">
                <a16:creationId xmlns:a16="http://schemas.microsoft.com/office/drawing/2014/main" id="{B17CFF93-3A12-364B-00B9-B4CD9F0DD3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76000" y="1449388"/>
            <a:ext cx="3240000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 smtClean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1" name="Right Triangle 60">
            <a:extLst>
              <a:ext uri="{FF2B5EF4-FFF2-40B4-BE49-F238E27FC236}">
                <a16:creationId xmlns:a16="http://schemas.microsoft.com/office/drawing/2014/main" id="{E18134F4-4112-4C6C-FF72-DC6AFF5EB71F}"/>
              </a:ext>
            </a:extLst>
          </p:cNvPr>
          <p:cNvSpPr/>
          <p:nvPr userDrawn="1"/>
        </p:nvSpPr>
        <p:spPr>
          <a:xfrm rot="10800000">
            <a:off x="4311769" y="2677876"/>
            <a:ext cx="148919" cy="256768"/>
          </a:xfrm>
          <a:prstGeom prst="rtTriangle">
            <a:avLst/>
          </a:prstGeom>
          <a:solidFill>
            <a:srgbClr val="1A5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Text Placeholder 65">
            <a:extLst>
              <a:ext uri="{FF2B5EF4-FFF2-40B4-BE49-F238E27FC236}">
                <a16:creationId xmlns:a16="http://schemas.microsoft.com/office/drawing/2014/main" id="{AC53B018-40A0-3198-9632-65EE0486D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3308" y="2265579"/>
            <a:ext cx="1080000" cy="412750"/>
          </a:xfrm>
          <a:prstGeom prst="homePlate">
            <a:avLst/>
          </a:prstGeom>
          <a:solidFill>
            <a:srgbClr val="2C98F5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72" name="Text Placeholder 61">
            <a:extLst>
              <a:ext uri="{FF2B5EF4-FFF2-40B4-BE49-F238E27FC236}">
                <a16:creationId xmlns:a16="http://schemas.microsoft.com/office/drawing/2014/main" id="{0FDDE25E-F738-EF22-E22D-4309FC2B056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6675" y="1449388"/>
            <a:ext cx="3240000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 smtClean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3" name="Right Triangle 72">
            <a:extLst>
              <a:ext uri="{FF2B5EF4-FFF2-40B4-BE49-F238E27FC236}">
                <a16:creationId xmlns:a16="http://schemas.microsoft.com/office/drawing/2014/main" id="{4FCE7D46-C21F-E491-ACA1-6176F2F13BE8}"/>
              </a:ext>
            </a:extLst>
          </p:cNvPr>
          <p:cNvSpPr/>
          <p:nvPr userDrawn="1"/>
        </p:nvSpPr>
        <p:spPr>
          <a:xfrm rot="10800000">
            <a:off x="8107756" y="2677876"/>
            <a:ext cx="148919" cy="25676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Text Placeholder 65">
            <a:extLst>
              <a:ext uri="{FF2B5EF4-FFF2-40B4-BE49-F238E27FC236}">
                <a16:creationId xmlns:a16="http://schemas.microsoft.com/office/drawing/2014/main" id="{2EF25069-05F9-1912-FD70-F039A32D94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8055" y="2265579"/>
            <a:ext cx="1080000" cy="412750"/>
          </a:xfrm>
          <a:prstGeom prst="homePlate">
            <a:avLst/>
          </a:prstGeom>
          <a:solidFill>
            <a:schemeClr val="accent1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6831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85">
          <p15:clr>
            <a:srgbClr val="FBAE40"/>
          </p15:clr>
        </p15:guide>
        <p15:guide id="2" pos="2819">
          <p15:clr>
            <a:srgbClr val="FBAE40"/>
          </p15:clr>
        </p15:guide>
        <p15:guide id="3" pos="4861">
          <p15:clr>
            <a:srgbClr val="FBAE40"/>
          </p15:clr>
        </p15:guide>
        <p15:guide id="4" pos="519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61">
            <a:extLst>
              <a:ext uri="{FF2B5EF4-FFF2-40B4-BE49-F238E27FC236}">
                <a16:creationId xmlns:a16="http://schemas.microsoft.com/office/drawing/2014/main" id="{B1957458-4890-2301-F716-BC421B062F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325" y="1449386"/>
            <a:ext cx="3249613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61">
            <a:extLst>
              <a:ext uri="{FF2B5EF4-FFF2-40B4-BE49-F238E27FC236}">
                <a16:creationId xmlns:a16="http://schemas.microsoft.com/office/drawing/2014/main" id="{B0D573BA-F70C-5FBB-7881-09189E26A4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49388"/>
            <a:ext cx="3249613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99000">
                <a:srgbClr val="35ADE3"/>
              </a:gs>
              <a:gs pos="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Master text styles</a:t>
            </a:r>
          </a:p>
        </p:txBody>
      </p:sp>
      <p:sp>
        <p:nvSpPr>
          <p:cNvPr id="5" name="Text Placeholder 61">
            <a:extLst>
              <a:ext uri="{FF2B5EF4-FFF2-40B4-BE49-F238E27FC236}">
                <a16:creationId xmlns:a16="http://schemas.microsoft.com/office/drawing/2014/main" id="{B54AB26D-8191-C820-9BEF-81DE64D11D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47063" y="1449386"/>
            <a:ext cx="3249614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Text Placeholder 61">
            <a:extLst>
              <a:ext uri="{FF2B5EF4-FFF2-40B4-BE49-F238E27FC236}">
                <a16:creationId xmlns:a16="http://schemas.microsoft.com/office/drawing/2014/main" id="{9FA7AB6D-835C-371D-8599-7EDAC9630A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47063" y="1449388"/>
            <a:ext cx="3249614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100000">
                <a:srgbClr val="49DEB6"/>
              </a:gs>
              <a:gs pos="0">
                <a:srgbClr val="42CCC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Master text styles</a:t>
            </a:r>
          </a:p>
        </p:txBody>
      </p:sp>
      <p:sp>
        <p:nvSpPr>
          <p:cNvPr id="7" name="Text Placeholder 61">
            <a:extLst>
              <a:ext uri="{FF2B5EF4-FFF2-40B4-BE49-F238E27FC236}">
                <a16:creationId xmlns:a16="http://schemas.microsoft.com/office/drawing/2014/main" id="{6880C87E-AD9F-477A-0811-417B635339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70929" y="1449386"/>
            <a:ext cx="3249614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8" name="Text Placeholder 61">
            <a:extLst>
              <a:ext uri="{FF2B5EF4-FFF2-40B4-BE49-F238E27FC236}">
                <a16:creationId xmlns:a16="http://schemas.microsoft.com/office/drawing/2014/main" id="{51F6D7D6-6BBD-991B-E211-6FAB5FA2DF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70929" y="1449388"/>
            <a:ext cx="3249614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93000">
                <a:srgbClr val="40C8CA"/>
              </a:gs>
              <a:gs pos="0">
                <a:srgbClr val="35B1D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773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85">
          <p15:clr>
            <a:srgbClr val="FBAE40"/>
          </p15:clr>
        </p15:guide>
        <p15:guide id="2" pos="2819">
          <p15:clr>
            <a:srgbClr val="FBAE40"/>
          </p15:clr>
        </p15:guide>
        <p15:guide id="3" pos="4861">
          <p15:clr>
            <a:srgbClr val="FBAE40"/>
          </p15:clr>
        </p15:guide>
        <p15:guide id="4" pos="519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Text Placeholder 61">
            <a:extLst>
              <a:ext uri="{FF2B5EF4-FFF2-40B4-BE49-F238E27FC236}">
                <a16:creationId xmlns:a16="http://schemas.microsoft.com/office/drawing/2014/main" id="{6084DE94-39B2-D242-83CB-0F4F6613F2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334" y="1449388"/>
            <a:ext cx="3214604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0" name="Text Placeholder 61">
            <a:extLst>
              <a:ext uri="{FF2B5EF4-FFF2-40B4-BE49-F238E27FC236}">
                <a16:creationId xmlns:a16="http://schemas.microsoft.com/office/drawing/2014/main" id="{3B37CC61-BF4A-7B13-0963-0233D593BA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75163" y="1449388"/>
            <a:ext cx="3214604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466E7C-009A-E19E-AB56-5DAFB42ED921}"/>
              </a:ext>
            </a:extLst>
          </p:cNvPr>
          <p:cNvSpPr/>
          <p:nvPr userDrawn="1"/>
        </p:nvSpPr>
        <p:spPr>
          <a:xfrm>
            <a:off x="937517" y="1679658"/>
            <a:ext cx="531327" cy="531327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24F5D0-C652-96CA-A042-36262B4C1509}"/>
              </a:ext>
            </a:extLst>
          </p:cNvPr>
          <p:cNvSpPr/>
          <p:nvPr userDrawn="1"/>
        </p:nvSpPr>
        <p:spPr>
          <a:xfrm>
            <a:off x="4717771" y="1679658"/>
            <a:ext cx="531327" cy="531327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3" name="Text Placeholder 61">
            <a:extLst>
              <a:ext uri="{FF2B5EF4-FFF2-40B4-BE49-F238E27FC236}">
                <a16:creationId xmlns:a16="http://schemas.microsoft.com/office/drawing/2014/main" id="{D3CEDB07-3126-679B-68E7-919A654584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82071" y="1449389"/>
            <a:ext cx="3214604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BB64FFE-FEFC-63D3-4F1A-53E72D1200CC}"/>
              </a:ext>
            </a:extLst>
          </p:cNvPr>
          <p:cNvSpPr/>
          <p:nvPr userDrawn="1"/>
        </p:nvSpPr>
        <p:spPr>
          <a:xfrm>
            <a:off x="8524679" y="1679659"/>
            <a:ext cx="531327" cy="5313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01890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85">
          <p15:clr>
            <a:srgbClr val="FBAE40"/>
          </p15:clr>
        </p15:guide>
        <p15:guide id="2" pos="2819">
          <p15:clr>
            <a:srgbClr val="FBAE40"/>
          </p15:clr>
        </p15:guide>
        <p15:guide id="3" pos="4861">
          <p15:clr>
            <a:srgbClr val="FBAE40"/>
          </p15:clr>
        </p15:guide>
        <p15:guide id="4" pos="51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3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9" name="Text Placeholder 61">
            <a:extLst>
              <a:ext uri="{FF2B5EF4-FFF2-40B4-BE49-F238E27FC236}">
                <a16:creationId xmlns:a16="http://schemas.microsoft.com/office/drawing/2014/main" id="{6084DE94-39B2-D242-83CB-0F4F6613F2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334" y="2168524"/>
            <a:ext cx="3214604" cy="3421063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0" name="Text Placeholder 61">
            <a:extLst>
              <a:ext uri="{FF2B5EF4-FFF2-40B4-BE49-F238E27FC236}">
                <a16:creationId xmlns:a16="http://schemas.microsoft.com/office/drawing/2014/main" id="{3B37CC61-BF4A-7B13-0963-0233D593BA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75163" y="2168524"/>
            <a:ext cx="3214604" cy="3421063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3" name="Text Placeholder 61">
            <a:extLst>
              <a:ext uri="{FF2B5EF4-FFF2-40B4-BE49-F238E27FC236}">
                <a16:creationId xmlns:a16="http://schemas.microsoft.com/office/drawing/2014/main" id="{D3CEDB07-3126-679B-68E7-919A654584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82071" y="2168525"/>
            <a:ext cx="3214604" cy="3421063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F934743-CC8D-D6C2-0834-DC6AD5C605B9}"/>
              </a:ext>
            </a:extLst>
          </p:cNvPr>
          <p:cNvCxnSpPr>
            <a:cxnSpLocks/>
          </p:cNvCxnSpPr>
          <p:nvPr userDrawn="1"/>
        </p:nvCxnSpPr>
        <p:spPr>
          <a:xfrm>
            <a:off x="4220339" y="2200275"/>
            <a:ext cx="0" cy="4657724"/>
          </a:xfrm>
          <a:prstGeom prst="line">
            <a:avLst/>
          </a:prstGeom>
          <a:ln w="88900" cap="rnd">
            <a:gradFill flip="none" rotWithShape="1">
              <a:gsLst>
                <a:gs pos="0">
                  <a:schemeClr val="tx2"/>
                </a:gs>
                <a:gs pos="53000">
                  <a:schemeClr val="accent4"/>
                </a:gs>
                <a:gs pos="99000">
                  <a:schemeClr val="accent1"/>
                </a:gs>
              </a:gsLst>
              <a:lin ang="540000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B04B81D-3EE8-D8EC-0A87-43FEAC8B7D10}"/>
              </a:ext>
            </a:extLst>
          </p:cNvPr>
          <p:cNvGrpSpPr/>
          <p:nvPr userDrawn="1"/>
        </p:nvGrpSpPr>
        <p:grpSpPr>
          <a:xfrm>
            <a:off x="7783529" y="603063"/>
            <a:ext cx="314974" cy="6254936"/>
            <a:chOff x="7811095" y="603063"/>
            <a:chExt cx="314974" cy="625493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53E8E3D-EDEB-99C8-EFCA-358D03F1BFD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955616" y="892105"/>
              <a:ext cx="0" cy="5965894"/>
            </a:xfrm>
            <a:prstGeom prst="line">
              <a:avLst/>
            </a:prstGeom>
            <a:ln w="88900" cap="rnd">
              <a:gradFill flip="none" rotWithShape="1">
                <a:gsLst>
                  <a:gs pos="0">
                    <a:schemeClr val="tx2"/>
                  </a:gs>
                  <a:gs pos="53000">
                    <a:schemeClr val="accent4"/>
                  </a:gs>
                  <a:gs pos="99000">
                    <a:schemeClr val="accent1"/>
                  </a:gs>
                </a:gsLst>
                <a:lin ang="540000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366F446-1900-58C8-9099-7A8C534E11B2}"/>
                </a:ext>
              </a:extLst>
            </p:cNvPr>
            <p:cNvSpPr/>
            <p:nvPr userDrawn="1"/>
          </p:nvSpPr>
          <p:spPr>
            <a:xfrm rot="5400000">
              <a:off x="7811095" y="603063"/>
              <a:ext cx="289042" cy="289042"/>
            </a:xfrm>
            <a:prstGeom prst="ellipse">
              <a:avLst/>
            </a:prstGeom>
            <a:noFill/>
            <a:ln w="889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E8D780F-CFF1-CEE3-1BCA-7CA4CE17A7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26069" y="5168900"/>
              <a:ext cx="0" cy="1689099"/>
            </a:xfrm>
            <a:prstGeom prst="line">
              <a:avLst/>
            </a:prstGeom>
            <a:ln w="88900" cap="rnd">
              <a:gradFill flip="none" rotWithShape="1">
                <a:gsLst>
                  <a:gs pos="0">
                    <a:srgbClr val="35B1DE"/>
                  </a:gs>
                  <a:gs pos="99000">
                    <a:schemeClr val="accent1"/>
                  </a:gs>
                </a:gsLst>
                <a:lin ang="540000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AEB16AB1-BCAD-1022-59A6-8B058C7EC1EF}"/>
              </a:ext>
            </a:extLst>
          </p:cNvPr>
          <p:cNvSpPr/>
          <p:nvPr/>
        </p:nvSpPr>
        <p:spPr>
          <a:xfrm>
            <a:off x="4495880" y="1450214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168369-9F33-A645-2C46-22F0225E288F}"/>
              </a:ext>
            </a:extLst>
          </p:cNvPr>
          <p:cNvSpPr/>
          <p:nvPr/>
        </p:nvSpPr>
        <p:spPr>
          <a:xfrm>
            <a:off x="8298063" y="1450214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68998FF-547D-2900-A8D9-3D27D07B655B}"/>
              </a:ext>
            </a:extLst>
          </p:cNvPr>
          <p:cNvSpPr/>
          <p:nvPr/>
        </p:nvSpPr>
        <p:spPr>
          <a:xfrm>
            <a:off x="695325" y="1450214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14155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85">
          <p15:clr>
            <a:srgbClr val="FBAE40"/>
          </p15:clr>
        </p15:guide>
        <p15:guide id="2" pos="2819">
          <p15:clr>
            <a:srgbClr val="FBAE40"/>
          </p15:clr>
        </p15:guide>
        <p15:guide id="3" pos="4861">
          <p15:clr>
            <a:srgbClr val="FBAE40"/>
          </p15:clr>
        </p15:guide>
        <p15:guide id="4" pos="5195">
          <p15:clr>
            <a:srgbClr val="FBAE40"/>
          </p15:clr>
        </p15:guide>
        <p15:guide id="5" orient="horz" pos="136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96C3D924-BD37-2E03-BCC3-8D3A4BBDE7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02" y="1449388"/>
            <a:ext cx="2340000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 smtClean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4" name="Right Triangle 63">
            <a:extLst>
              <a:ext uri="{FF2B5EF4-FFF2-40B4-BE49-F238E27FC236}">
                <a16:creationId xmlns:a16="http://schemas.microsoft.com/office/drawing/2014/main" id="{59D17624-219F-0348-713D-D6FA17EE20CC}"/>
              </a:ext>
            </a:extLst>
          </p:cNvPr>
          <p:cNvSpPr/>
          <p:nvPr userDrawn="1"/>
        </p:nvSpPr>
        <p:spPr>
          <a:xfrm rot="10800000">
            <a:off x="548741" y="2677876"/>
            <a:ext cx="148919" cy="256768"/>
          </a:xfrm>
          <a:prstGeom prst="rtTriangle">
            <a:avLst/>
          </a:prstGeom>
          <a:solidFill>
            <a:srgbClr val="1F4A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15AC3368-BF76-5843-747E-56DB8530DE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5582" y="2265579"/>
            <a:ext cx="1080000" cy="412750"/>
          </a:xfrm>
          <a:prstGeom prst="homePlate">
            <a:avLst/>
          </a:prstGeom>
          <a:solidFill>
            <a:schemeClr val="tx2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60" name="Text Placeholder 61">
            <a:extLst>
              <a:ext uri="{FF2B5EF4-FFF2-40B4-BE49-F238E27FC236}">
                <a16:creationId xmlns:a16="http://schemas.microsoft.com/office/drawing/2014/main" id="{B17CFF93-3A12-364B-00B9-B4CD9F0DD3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60" y="1449388"/>
            <a:ext cx="2340000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 smtClean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1" name="Right Triangle 60">
            <a:extLst>
              <a:ext uri="{FF2B5EF4-FFF2-40B4-BE49-F238E27FC236}">
                <a16:creationId xmlns:a16="http://schemas.microsoft.com/office/drawing/2014/main" id="{E18134F4-4112-4C6C-FF72-DC6AFF5EB71F}"/>
              </a:ext>
            </a:extLst>
          </p:cNvPr>
          <p:cNvSpPr/>
          <p:nvPr userDrawn="1"/>
        </p:nvSpPr>
        <p:spPr>
          <a:xfrm rot="10800000">
            <a:off x="3357870" y="2677876"/>
            <a:ext cx="148919" cy="256768"/>
          </a:xfrm>
          <a:prstGeom prst="rtTriangle">
            <a:avLst/>
          </a:prstGeom>
          <a:solidFill>
            <a:srgbClr val="278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Text Placeholder 65">
            <a:extLst>
              <a:ext uri="{FF2B5EF4-FFF2-40B4-BE49-F238E27FC236}">
                <a16:creationId xmlns:a16="http://schemas.microsoft.com/office/drawing/2014/main" id="{AC53B018-40A0-3198-9632-65EE0486D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9409" y="2265579"/>
            <a:ext cx="1080000" cy="412750"/>
          </a:xfrm>
          <a:prstGeom prst="homePlate">
            <a:avLst/>
          </a:prstGeom>
          <a:solidFill>
            <a:srgbClr val="2C98F5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00</a:t>
            </a:r>
          </a:p>
        </p:txBody>
      </p:sp>
      <p:sp>
        <p:nvSpPr>
          <p:cNvPr id="69" name="Text Placeholder 61">
            <a:extLst>
              <a:ext uri="{FF2B5EF4-FFF2-40B4-BE49-F238E27FC236}">
                <a16:creationId xmlns:a16="http://schemas.microsoft.com/office/drawing/2014/main" id="{91E04EEE-2ADA-4465-1BEB-72FC32B73C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32518" y="1449388"/>
            <a:ext cx="2340000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 smtClean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0" name="Right Triangle 69">
            <a:extLst>
              <a:ext uri="{FF2B5EF4-FFF2-40B4-BE49-F238E27FC236}">
                <a16:creationId xmlns:a16="http://schemas.microsoft.com/office/drawing/2014/main" id="{959D4E69-07E5-B0C3-3402-B52915D30A0D}"/>
              </a:ext>
            </a:extLst>
          </p:cNvPr>
          <p:cNvSpPr/>
          <p:nvPr userDrawn="1"/>
        </p:nvSpPr>
        <p:spPr>
          <a:xfrm rot="10800000">
            <a:off x="6175625" y="2677876"/>
            <a:ext cx="148919" cy="256768"/>
          </a:xfrm>
          <a:prstGeom prst="rtTriangle">
            <a:avLst/>
          </a:prstGeom>
          <a:solidFill>
            <a:srgbClr val="32A2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Text Placeholder 65">
            <a:extLst>
              <a:ext uri="{FF2B5EF4-FFF2-40B4-BE49-F238E27FC236}">
                <a16:creationId xmlns:a16="http://schemas.microsoft.com/office/drawing/2014/main" id="{EA94E67E-53B3-9BED-3932-55BAFF5518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75625" y="2265579"/>
            <a:ext cx="1080000" cy="412750"/>
          </a:xfrm>
          <a:prstGeom prst="homePlate">
            <a:avLst/>
          </a:prstGeom>
          <a:solidFill>
            <a:srgbClr val="3EC7CC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00</a:t>
            </a:r>
          </a:p>
        </p:txBody>
      </p:sp>
      <p:sp>
        <p:nvSpPr>
          <p:cNvPr id="72" name="Text Placeholder 61">
            <a:extLst>
              <a:ext uri="{FF2B5EF4-FFF2-40B4-BE49-F238E27FC236}">
                <a16:creationId xmlns:a16="http://schemas.microsoft.com/office/drawing/2014/main" id="{0FDDE25E-F738-EF22-E22D-4309FC2B056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56675" y="1449388"/>
            <a:ext cx="2340000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 smtClean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73" name="Right Triangle 72">
            <a:extLst>
              <a:ext uri="{FF2B5EF4-FFF2-40B4-BE49-F238E27FC236}">
                <a16:creationId xmlns:a16="http://schemas.microsoft.com/office/drawing/2014/main" id="{4FCE7D46-C21F-E491-ACA1-6176F2F13BE8}"/>
              </a:ext>
            </a:extLst>
          </p:cNvPr>
          <p:cNvSpPr/>
          <p:nvPr userDrawn="1"/>
        </p:nvSpPr>
        <p:spPr>
          <a:xfrm rot="10800000">
            <a:off x="9007756" y="2677876"/>
            <a:ext cx="148919" cy="25676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Text Placeholder 65">
            <a:extLst>
              <a:ext uri="{FF2B5EF4-FFF2-40B4-BE49-F238E27FC236}">
                <a16:creationId xmlns:a16="http://schemas.microsoft.com/office/drawing/2014/main" id="{2EF25069-05F9-1912-FD70-F039A32D94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18055" y="2265579"/>
            <a:ext cx="1080000" cy="412750"/>
          </a:xfrm>
          <a:prstGeom prst="homePlate">
            <a:avLst/>
          </a:prstGeom>
          <a:solidFill>
            <a:schemeClr val="accent1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00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1468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2">
          <p15:clr>
            <a:srgbClr val="FBAE40"/>
          </p15:clr>
        </p15:guide>
        <p15:guide id="2" pos="2207">
          <p15:clr>
            <a:srgbClr val="FBAE40"/>
          </p15:clr>
        </p15:guide>
        <p15:guide id="3" pos="3691">
          <p15:clr>
            <a:srgbClr val="FBAE40"/>
          </p15:clr>
        </p15:guide>
        <p15:guide id="4" pos="3976">
          <p15:clr>
            <a:srgbClr val="FBAE40"/>
          </p15:clr>
        </p15:guide>
        <p15:guide id="5" pos="5473">
          <p15:clr>
            <a:srgbClr val="FBAE40"/>
          </p15:clr>
        </p15:guide>
        <p15:guide id="6" pos="577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61">
            <a:extLst>
              <a:ext uri="{FF2B5EF4-FFF2-40B4-BE49-F238E27FC236}">
                <a16:creationId xmlns:a16="http://schemas.microsoft.com/office/drawing/2014/main" id="{0F1271C5-877E-8066-B376-A6CB7F5F63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325" y="1449386"/>
            <a:ext cx="2339975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61">
            <a:extLst>
              <a:ext uri="{FF2B5EF4-FFF2-40B4-BE49-F238E27FC236}">
                <a16:creationId xmlns:a16="http://schemas.microsoft.com/office/drawing/2014/main" id="{F6CA4435-355C-293C-A445-3D119BBE9E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49388"/>
            <a:ext cx="2339975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98000">
                <a:srgbClr val="2A7CF7"/>
              </a:gs>
              <a:gs pos="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Master text styles</a:t>
            </a:r>
          </a:p>
        </p:txBody>
      </p:sp>
      <p:sp>
        <p:nvSpPr>
          <p:cNvPr id="5" name="Text Placeholder 61">
            <a:extLst>
              <a:ext uri="{FF2B5EF4-FFF2-40B4-BE49-F238E27FC236}">
                <a16:creationId xmlns:a16="http://schemas.microsoft.com/office/drawing/2014/main" id="{B2643012-BD1A-31CB-483A-CF10D99CB4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27776" y="1449386"/>
            <a:ext cx="2360612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Text Placeholder 61">
            <a:extLst>
              <a:ext uri="{FF2B5EF4-FFF2-40B4-BE49-F238E27FC236}">
                <a16:creationId xmlns:a16="http://schemas.microsoft.com/office/drawing/2014/main" id="{DFC061A1-2804-3934-9413-D57F1D8040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7776" y="1449388"/>
            <a:ext cx="2360612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100000">
                <a:srgbClr val="3BBDD5"/>
              </a:gs>
              <a:gs pos="0">
                <a:srgbClr val="2FA2E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Master text styles</a:t>
            </a:r>
          </a:p>
        </p:txBody>
      </p:sp>
      <p:sp>
        <p:nvSpPr>
          <p:cNvPr id="7" name="Text Placeholder 61">
            <a:extLst>
              <a:ext uri="{FF2B5EF4-FFF2-40B4-BE49-F238E27FC236}">
                <a16:creationId xmlns:a16="http://schemas.microsoft.com/office/drawing/2014/main" id="{0D9671A7-91A6-B241-C20A-1EE50BBD5F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03613" y="1449386"/>
            <a:ext cx="2355850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8" name="Text Placeholder 61">
            <a:extLst>
              <a:ext uri="{FF2B5EF4-FFF2-40B4-BE49-F238E27FC236}">
                <a16:creationId xmlns:a16="http://schemas.microsoft.com/office/drawing/2014/main" id="{CD49F59B-DCD8-C678-3B1F-F34AE6E329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03613" y="1449388"/>
            <a:ext cx="2355850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3000">
                <a:srgbClr val="2A82F8"/>
              </a:gs>
              <a:gs pos="100000">
                <a:srgbClr val="2C99F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Master text styles</a:t>
            </a:r>
          </a:p>
        </p:txBody>
      </p:sp>
      <p:sp>
        <p:nvSpPr>
          <p:cNvPr id="9" name="Text Placeholder 61">
            <a:extLst>
              <a:ext uri="{FF2B5EF4-FFF2-40B4-BE49-F238E27FC236}">
                <a16:creationId xmlns:a16="http://schemas.microsoft.com/office/drawing/2014/main" id="{38308B14-2CB7-BFBB-5FCF-BD55A14E36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55643" y="1449386"/>
            <a:ext cx="2360612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61">
            <a:extLst>
              <a:ext uri="{FF2B5EF4-FFF2-40B4-BE49-F238E27FC236}">
                <a16:creationId xmlns:a16="http://schemas.microsoft.com/office/drawing/2014/main" id="{5B3B5626-CA35-7762-29AA-306721EE8B7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55643" y="1449388"/>
            <a:ext cx="2360612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100000">
                <a:srgbClr val="49DEB6"/>
              </a:gs>
              <a:gs pos="0">
                <a:srgbClr val="3DC3C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7005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2">
          <p15:clr>
            <a:srgbClr val="FBAE40"/>
          </p15:clr>
        </p15:guide>
        <p15:guide id="2" pos="2207">
          <p15:clr>
            <a:srgbClr val="FBAE40"/>
          </p15:clr>
        </p15:guide>
        <p15:guide id="3" pos="3691">
          <p15:clr>
            <a:srgbClr val="FBAE40"/>
          </p15:clr>
        </p15:guide>
        <p15:guide id="4" pos="3976">
          <p15:clr>
            <a:srgbClr val="FBAE40"/>
          </p15:clr>
        </p15:guide>
        <p15:guide id="5" pos="5473">
          <p15:clr>
            <a:srgbClr val="FBAE40"/>
          </p15:clr>
        </p15:guide>
        <p15:guide id="6" pos="577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61">
            <a:extLst>
              <a:ext uri="{FF2B5EF4-FFF2-40B4-BE49-F238E27FC236}">
                <a16:creationId xmlns:a16="http://schemas.microsoft.com/office/drawing/2014/main" id="{BC489008-B5A2-21DE-1805-919E441BCB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334" y="1449388"/>
            <a:ext cx="2304966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6" name="Text Placeholder 61">
            <a:extLst>
              <a:ext uri="{FF2B5EF4-FFF2-40B4-BE49-F238E27FC236}">
                <a16:creationId xmlns:a16="http://schemas.microsoft.com/office/drawing/2014/main" id="{4C404A31-D90F-0BB7-75A2-1086AC16A6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40125" y="1449389"/>
            <a:ext cx="2304966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8" name="Text Placeholder 61">
            <a:extLst>
              <a:ext uri="{FF2B5EF4-FFF2-40B4-BE49-F238E27FC236}">
                <a16:creationId xmlns:a16="http://schemas.microsoft.com/office/drawing/2014/main" id="{38E92747-56A5-8101-A0B2-F29EAB09EDA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65917" y="1449389"/>
            <a:ext cx="2304966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0" name="Text Placeholder 61">
            <a:extLst>
              <a:ext uri="{FF2B5EF4-FFF2-40B4-BE49-F238E27FC236}">
                <a16:creationId xmlns:a16="http://schemas.microsoft.com/office/drawing/2014/main" id="{A1E7F404-2451-A776-2AD0-492F0A9430E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91709" y="1449389"/>
            <a:ext cx="2304966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13643B9-FA08-3B50-0F03-071583A4560E}"/>
              </a:ext>
            </a:extLst>
          </p:cNvPr>
          <p:cNvSpPr/>
          <p:nvPr userDrawn="1"/>
        </p:nvSpPr>
        <p:spPr>
          <a:xfrm>
            <a:off x="937517" y="1679658"/>
            <a:ext cx="531327" cy="531327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2FD03A-9870-3382-94E9-A6A48A9A30C0}"/>
              </a:ext>
            </a:extLst>
          </p:cNvPr>
          <p:cNvSpPr/>
          <p:nvPr userDrawn="1"/>
        </p:nvSpPr>
        <p:spPr>
          <a:xfrm>
            <a:off x="3747308" y="1679659"/>
            <a:ext cx="531327" cy="531327"/>
          </a:xfrm>
          <a:prstGeom prst="ellipse">
            <a:avLst/>
          </a:prstGeom>
          <a:solidFill>
            <a:srgbClr val="2C98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C13097B-4355-0051-7B4C-63134297C440}"/>
              </a:ext>
            </a:extLst>
          </p:cNvPr>
          <p:cNvSpPr/>
          <p:nvPr userDrawn="1"/>
        </p:nvSpPr>
        <p:spPr>
          <a:xfrm>
            <a:off x="6573100" y="1679659"/>
            <a:ext cx="531327" cy="531327"/>
          </a:xfrm>
          <a:prstGeom prst="ellipse">
            <a:avLst/>
          </a:prstGeom>
          <a:solidFill>
            <a:srgbClr val="3DC7C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57555A-C352-39E3-9910-1944B999D089}"/>
              </a:ext>
            </a:extLst>
          </p:cNvPr>
          <p:cNvSpPr/>
          <p:nvPr userDrawn="1"/>
        </p:nvSpPr>
        <p:spPr>
          <a:xfrm>
            <a:off x="9398892" y="1679659"/>
            <a:ext cx="531327" cy="5313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74901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2">
          <p15:clr>
            <a:srgbClr val="FBAE40"/>
          </p15:clr>
        </p15:guide>
        <p15:guide id="2" pos="2220">
          <p15:clr>
            <a:srgbClr val="FBAE40"/>
          </p15:clr>
        </p15:guide>
        <p15:guide id="3" pos="3691">
          <p15:clr>
            <a:srgbClr val="FBAE40"/>
          </p15:clr>
        </p15:guide>
        <p15:guide id="4" pos="3976">
          <p15:clr>
            <a:srgbClr val="FBAE40"/>
          </p15:clr>
        </p15:guide>
        <p15:guide id="5" pos="5473">
          <p15:clr>
            <a:srgbClr val="FBAE40"/>
          </p15:clr>
        </p15:guide>
        <p15:guide id="6" pos="577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61">
            <a:extLst>
              <a:ext uri="{FF2B5EF4-FFF2-40B4-BE49-F238E27FC236}">
                <a16:creationId xmlns:a16="http://schemas.microsoft.com/office/drawing/2014/main" id="{95266343-C87D-271A-6C31-B830F571EC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334" y="2205038"/>
            <a:ext cx="2304966" cy="338454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55DC50-0396-DED8-4770-A4A4C0879A6C}"/>
              </a:ext>
            </a:extLst>
          </p:cNvPr>
          <p:cNvSpPr/>
          <p:nvPr userDrawn="1"/>
        </p:nvSpPr>
        <p:spPr>
          <a:xfrm>
            <a:off x="695325" y="1450214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3" name="Text Placeholder 61">
            <a:extLst>
              <a:ext uri="{FF2B5EF4-FFF2-40B4-BE49-F238E27FC236}">
                <a16:creationId xmlns:a16="http://schemas.microsoft.com/office/drawing/2014/main" id="{AAD30DE3-98C9-22BA-78F4-4167B86DAF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62743" y="2205038"/>
            <a:ext cx="2304966" cy="338454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3E48AC9-4CC2-6444-9358-11EF6B94A372}"/>
              </a:ext>
            </a:extLst>
          </p:cNvPr>
          <p:cNvSpPr/>
          <p:nvPr userDrawn="1"/>
        </p:nvSpPr>
        <p:spPr>
          <a:xfrm>
            <a:off x="3527734" y="1450214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5" name="Text Placeholder 61">
            <a:extLst>
              <a:ext uri="{FF2B5EF4-FFF2-40B4-BE49-F238E27FC236}">
                <a16:creationId xmlns:a16="http://schemas.microsoft.com/office/drawing/2014/main" id="{F0416612-F981-7A30-D04A-7BBB09BB72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6909" y="2205038"/>
            <a:ext cx="2304966" cy="338454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9BE9C72-2EBF-0F45-7327-7CDBED7232F2}"/>
              </a:ext>
            </a:extLst>
          </p:cNvPr>
          <p:cNvSpPr/>
          <p:nvPr userDrawn="1"/>
        </p:nvSpPr>
        <p:spPr>
          <a:xfrm>
            <a:off x="6311900" y="1450214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7" name="Text Placeholder 61">
            <a:extLst>
              <a:ext uri="{FF2B5EF4-FFF2-40B4-BE49-F238E27FC236}">
                <a16:creationId xmlns:a16="http://schemas.microsoft.com/office/drawing/2014/main" id="{0A738A1C-4D48-84D3-1F64-26B3729BAF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91709" y="2205038"/>
            <a:ext cx="2304966" cy="338454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46458E5-B2D4-6BE7-F884-29F34921077A}"/>
              </a:ext>
            </a:extLst>
          </p:cNvPr>
          <p:cNvSpPr/>
          <p:nvPr userDrawn="1"/>
        </p:nvSpPr>
        <p:spPr>
          <a:xfrm>
            <a:off x="9156700" y="1450214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57B5A93-BB7E-E56A-87B2-891DAA11B03D}"/>
              </a:ext>
            </a:extLst>
          </p:cNvPr>
          <p:cNvGrpSpPr/>
          <p:nvPr userDrawn="1"/>
        </p:nvGrpSpPr>
        <p:grpSpPr>
          <a:xfrm>
            <a:off x="8895974" y="2483053"/>
            <a:ext cx="153325" cy="4374947"/>
            <a:chOff x="7955616" y="892105"/>
            <a:chExt cx="153325" cy="437494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08EC6AE-A161-7E7B-6109-F33E742957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955616" y="892105"/>
              <a:ext cx="0" cy="4374947"/>
            </a:xfrm>
            <a:prstGeom prst="line">
              <a:avLst/>
            </a:prstGeom>
            <a:ln w="88900" cap="rnd">
              <a:gradFill flip="none" rotWithShape="1">
                <a:gsLst>
                  <a:gs pos="0">
                    <a:schemeClr val="tx2"/>
                  </a:gs>
                  <a:gs pos="53000">
                    <a:schemeClr val="accent4"/>
                  </a:gs>
                  <a:gs pos="99000">
                    <a:schemeClr val="accent1"/>
                  </a:gs>
                </a:gsLst>
                <a:lin ang="540000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A72F27D-4387-1CF4-A30F-80F934A1F33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941" y="2802633"/>
              <a:ext cx="0" cy="2464419"/>
            </a:xfrm>
            <a:prstGeom prst="line">
              <a:avLst/>
            </a:prstGeom>
            <a:ln w="88900" cap="rnd">
              <a:gradFill flip="none" rotWithShape="1">
                <a:gsLst>
                  <a:gs pos="0">
                    <a:srgbClr val="2A8EF8"/>
                  </a:gs>
                  <a:gs pos="99000">
                    <a:schemeClr val="accent1"/>
                  </a:gs>
                </a:gsLst>
                <a:lin ang="540000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C802A64-E568-DAE7-BA3D-3FEA0432451F}"/>
              </a:ext>
            </a:extLst>
          </p:cNvPr>
          <p:cNvCxnSpPr>
            <a:cxnSpLocks/>
          </p:cNvCxnSpPr>
          <p:nvPr userDrawn="1"/>
        </p:nvCxnSpPr>
        <p:spPr>
          <a:xfrm>
            <a:off x="3275759" y="3429000"/>
            <a:ext cx="0" cy="3429000"/>
          </a:xfrm>
          <a:prstGeom prst="line">
            <a:avLst/>
          </a:prstGeom>
          <a:ln w="88900" cap="rnd">
            <a:gradFill flip="none" rotWithShape="1">
              <a:gsLst>
                <a:gs pos="0">
                  <a:schemeClr val="tx2"/>
                </a:gs>
                <a:gs pos="53000">
                  <a:schemeClr val="accent4"/>
                </a:gs>
                <a:gs pos="99000">
                  <a:schemeClr val="accent1"/>
                </a:gs>
              </a:gsLst>
              <a:lin ang="540000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7A16CC-D901-98EE-5FC8-D5EA615BAE8D}"/>
              </a:ext>
            </a:extLst>
          </p:cNvPr>
          <p:cNvCxnSpPr>
            <a:cxnSpLocks/>
          </p:cNvCxnSpPr>
          <p:nvPr userDrawn="1"/>
        </p:nvCxnSpPr>
        <p:spPr>
          <a:xfrm>
            <a:off x="6085866" y="1449388"/>
            <a:ext cx="0" cy="5408612"/>
          </a:xfrm>
          <a:prstGeom prst="line">
            <a:avLst/>
          </a:prstGeom>
          <a:ln w="88900" cap="rnd">
            <a:gradFill flip="none" rotWithShape="1">
              <a:gsLst>
                <a:gs pos="0">
                  <a:schemeClr val="tx2"/>
                </a:gs>
                <a:gs pos="53000">
                  <a:schemeClr val="accent4"/>
                </a:gs>
                <a:gs pos="99000">
                  <a:schemeClr val="accent1"/>
                </a:gs>
              </a:gsLst>
              <a:lin ang="540000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23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2">
          <p15:clr>
            <a:srgbClr val="FBAE40"/>
          </p15:clr>
        </p15:guide>
        <p15:guide id="2" pos="2220">
          <p15:clr>
            <a:srgbClr val="FBAE40"/>
          </p15:clr>
        </p15:guide>
        <p15:guide id="3" pos="3691">
          <p15:clr>
            <a:srgbClr val="FBAE40"/>
          </p15:clr>
        </p15:guide>
        <p15:guide id="4" pos="3976">
          <p15:clr>
            <a:srgbClr val="FBAE40"/>
          </p15:clr>
        </p15:guide>
        <p15:guide id="5" pos="5473">
          <p15:clr>
            <a:srgbClr val="FBAE40"/>
          </p15:clr>
        </p15:guide>
        <p15:guide id="6" pos="5771">
          <p15:clr>
            <a:srgbClr val="FBAE40"/>
          </p15:clr>
        </p15:guide>
        <p15:guide id="7" orient="horz" pos="138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5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96C3D924-BD37-2E03-BCC3-8D3A4BBDE7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03" y="1449389"/>
            <a:ext cx="1947863" cy="4140200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200" b="0" i="0" kern="1200" dirty="0" smtClean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4" name="Right Triangle 63">
            <a:extLst>
              <a:ext uri="{FF2B5EF4-FFF2-40B4-BE49-F238E27FC236}">
                <a16:creationId xmlns:a16="http://schemas.microsoft.com/office/drawing/2014/main" id="{59D17624-219F-0348-713D-D6FA17EE20CC}"/>
              </a:ext>
            </a:extLst>
          </p:cNvPr>
          <p:cNvSpPr/>
          <p:nvPr userDrawn="1"/>
        </p:nvSpPr>
        <p:spPr>
          <a:xfrm rot="10800000">
            <a:off x="548741" y="2677876"/>
            <a:ext cx="148919" cy="256768"/>
          </a:xfrm>
          <a:prstGeom prst="rtTriangle">
            <a:avLst/>
          </a:prstGeom>
          <a:solidFill>
            <a:srgbClr val="1F4A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15AC3368-BF76-5843-747E-56DB8530DE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5582" y="2265579"/>
            <a:ext cx="1080000" cy="412750"/>
          </a:xfrm>
          <a:prstGeom prst="homePlate">
            <a:avLst/>
          </a:prstGeom>
          <a:solidFill>
            <a:schemeClr val="tx2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60" name="Text Placeholder 61">
            <a:extLst>
              <a:ext uri="{FF2B5EF4-FFF2-40B4-BE49-F238E27FC236}">
                <a16:creationId xmlns:a16="http://schemas.microsoft.com/office/drawing/2014/main" id="{B17CFF93-3A12-364B-00B9-B4CD9F0DD3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00461" y="1449389"/>
            <a:ext cx="1947863" cy="4140200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2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61" name="Right Triangle 60">
            <a:extLst>
              <a:ext uri="{FF2B5EF4-FFF2-40B4-BE49-F238E27FC236}">
                <a16:creationId xmlns:a16="http://schemas.microsoft.com/office/drawing/2014/main" id="{E18134F4-4112-4C6C-FF72-DC6AFF5EB71F}"/>
              </a:ext>
            </a:extLst>
          </p:cNvPr>
          <p:cNvSpPr/>
          <p:nvPr userDrawn="1"/>
        </p:nvSpPr>
        <p:spPr>
          <a:xfrm rot="10800000">
            <a:off x="2764999" y="2677876"/>
            <a:ext cx="148919" cy="256768"/>
          </a:xfrm>
          <a:prstGeom prst="rtTriangle">
            <a:avLst/>
          </a:prstGeom>
          <a:solidFill>
            <a:srgbClr val="1A5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Text Placeholder 65">
            <a:extLst>
              <a:ext uri="{FF2B5EF4-FFF2-40B4-BE49-F238E27FC236}">
                <a16:creationId xmlns:a16="http://schemas.microsoft.com/office/drawing/2014/main" id="{AC53B018-40A0-3198-9632-65EE0486D8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61840" y="2265579"/>
            <a:ext cx="1080000" cy="412750"/>
          </a:xfrm>
          <a:prstGeom prst="homePlate">
            <a:avLst/>
          </a:prstGeom>
          <a:solidFill>
            <a:srgbClr val="2C98F5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00</a:t>
            </a:r>
          </a:p>
        </p:txBody>
      </p:sp>
      <p:sp>
        <p:nvSpPr>
          <p:cNvPr id="65" name="Text Placeholder 61">
            <a:extLst>
              <a:ext uri="{FF2B5EF4-FFF2-40B4-BE49-F238E27FC236}">
                <a16:creationId xmlns:a16="http://schemas.microsoft.com/office/drawing/2014/main" id="{FA1FC32B-4A42-0DC7-A9ED-C9D4CB729A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16719" y="1449389"/>
            <a:ext cx="1947863" cy="4140200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2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67" name="Right Triangle 66">
            <a:extLst>
              <a:ext uri="{FF2B5EF4-FFF2-40B4-BE49-F238E27FC236}">
                <a16:creationId xmlns:a16="http://schemas.microsoft.com/office/drawing/2014/main" id="{863A2DC6-9B1E-0DAD-D221-192C27405D56}"/>
              </a:ext>
            </a:extLst>
          </p:cNvPr>
          <p:cNvSpPr/>
          <p:nvPr userDrawn="1"/>
        </p:nvSpPr>
        <p:spPr>
          <a:xfrm rot="10800000">
            <a:off x="4981257" y="2677876"/>
            <a:ext cx="148919" cy="256768"/>
          </a:xfrm>
          <a:prstGeom prst="rtTriangle">
            <a:avLst/>
          </a:prstGeom>
          <a:solidFill>
            <a:srgbClr val="2781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 Placeholder 65">
            <a:extLst>
              <a:ext uri="{FF2B5EF4-FFF2-40B4-BE49-F238E27FC236}">
                <a16:creationId xmlns:a16="http://schemas.microsoft.com/office/drawing/2014/main" id="{715748BC-3958-5E68-371E-B790B73C67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8098" y="2265579"/>
            <a:ext cx="1080000" cy="412750"/>
          </a:xfrm>
          <a:prstGeom prst="homePlate">
            <a:avLst/>
          </a:prstGeom>
          <a:solidFill>
            <a:srgbClr val="34ABE4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69" name="Text Placeholder 61">
            <a:extLst>
              <a:ext uri="{FF2B5EF4-FFF2-40B4-BE49-F238E27FC236}">
                <a16:creationId xmlns:a16="http://schemas.microsoft.com/office/drawing/2014/main" id="{91E04EEE-2ADA-4465-1BEB-72FC32B73C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2976" y="1449389"/>
            <a:ext cx="1947863" cy="4140200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2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70" name="Right Triangle 69">
            <a:extLst>
              <a:ext uri="{FF2B5EF4-FFF2-40B4-BE49-F238E27FC236}">
                <a16:creationId xmlns:a16="http://schemas.microsoft.com/office/drawing/2014/main" id="{959D4E69-07E5-B0C3-3402-B52915D30A0D}"/>
              </a:ext>
            </a:extLst>
          </p:cNvPr>
          <p:cNvSpPr/>
          <p:nvPr userDrawn="1"/>
        </p:nvSpPr>
        <p:spPr>
          <a:xfrm rot="10800000">
            <a:off x="7197514" y="2677876"/>
            <a:ext cx="148919" cy="256768"/>
          </a:xfrm>
          <a:prstGeom prst="rtTriangle">
            <a:avLst/>
          </a:prstGeom>
          <a:solidFill>
            <a:srgbClr val="32A2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Text Placeholder 65">
            <a:extLst>
              <a:ext uri="{FF2B5EF4-FFF2-40B4-BE49-F238E27FC236}">
                <a16:creationId xmlns:a16="http://schemas.microsoft.com/office/drawing/2014/main" id="{EA94E67E-53B3-9BED-3932-55BAFF5518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94355" y="2265579"/>
            <a:ext cx="1080000" cy="412750"/>
          </a:xfrm>
          <a:prstGeom prst="homePlate">
            <a:avLst/>
          </a:prstGeom>
          <a:solidFill>
            <a:srgbClr val="3EC7CC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72" name="Text Placeholder 61">
            <a:extLst>
              <a:ext uri="{FF2B5EF4-FFF2-40B4-BE49-F238E27FC236}">
                <a16:creationId xmlns:a16="http://schemas.microsoft.com/office/drawing/2014/main" id="{0FDDE25E-F738-EF22-E22D-4309FC2B056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49234" y="1449389"/>
            <a:ext cx="1947863" cy="4140200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144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2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73" name="Right Triangle 72">
            <a:extLst>
              <a:ext uri="{FF2B5EF4-FFF2-40B4-BE49-F238E27FC236}">
                <a16:creationId xmlns:a16="http://schemas.microsoft.com/office/drawing/2014/main" id="{4FCE7D46-C21F-E491-ACA1-6176F2F13BE8}"/>
              </a:ext>
            </a:extLst>
          </p:cNvPr>
          <p:cNvSpPr/>
          <p:nvPr userDrawn="1"/>
        </p:nvSpPr>
        <p:spPr>
          <a:xfrm rot="10800000">
            <a:off x="9413772" y="2677876"/>
            <a:ext cx="148919" cy="256768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Text Placeholder 65">
            <a:extLst>
              <a:ext uri="{FF2B5EF4-FFF2-40B4-BE49-F238E27FC236}">
                <a16:creationId xmlns:a16="http://schemas.microsoft.com/office/drawing/2014/main" id="{2EF25069-05F9-1912-FD70-F039A32D94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10613" y="2265579"/>
            <a:ext cx="1080000" cy="412750"/>
          </a:xfrm>
          <a:prstGeom prst="homePlate">
            <a:avLst/>
          </a:prstGeom>
          <a:solidFill>
            <a:schemeClr val="accent1"/>
          </a:solidFill>
        </p:spPr>
        <p:txBody>
          <a:bodyPr lIns="251999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2800" b="1" kern="1200" dirty="0">
                <a:solidFill>
                  <a:schemeClr val="bg1"/>
                </a:solidFill>
                <a:latin typeface="Cabinet Grotesk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7238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63">
          <p15:clr>
            <a:srgbClr val="FBAE40"/>
          </p15:clr>
        </p15:guide>
        <p15:guide id="2" pos="1824">
          <p15:clr>
            <a:srgbClr val="FBAE40"/>
          </p15:clr>
        </p15:guide>
        <p15:guide id="3" pos="3061">
          <p15:clr>
            <a:srgbClr val="FBAE40"/>
          </p15:clr>
        </p15:guide>
        <p15:guide id="4" pos="3221">
          <p15:clr>
            <a:srgbClr val="FBAE40"/>
          </p15:clr>
        </p15:guide>
        <p15:guide id="5" pos="4459">
          <p15:clr>
            <a:srgbClr val="FBAE40"/>
          </p15:clr>
        </p15:guide>
        <p15:guide id="6" pos="4619">
          <p15:clr>
            <a:srgbClr val="FBAE40"/>
          </p15:clr>
        </p15:guide>
        <p15:guide id="7" pos="5856">
          <p15:clr>
            <a:srgbClr val="FBAE40"/>
          </p15:clr>
        </p15:guide>
        <p15:guide id="8" pos="600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5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61">
            <a:extLst>
              <a:ext uri="{FF2B5EF4-FFF2-40B4-BE49-F238E27FC236}">
                <a16:creationId xmlns:a16="http://schemas.microsoft.com/office/drawing/2014/main" id="{17720784-7C94-CE04-C6F2-1BD9395578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326" y="1449386"/>
            <a:ext cx="1944688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61">
            <a:extLst>
              <a:ext uri="{FF2B5EF4-FFF2-40B4-BE49-F238E27FC236}">
                <a16:creationId xmlns:a16="http://schemas.microsoft.com/office/drawing/2014/main" id="{4CC5FA9B-799D-066B-B16D-57DAD5C81E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6" y="1449388"/>
            <a:ext cx="1944688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98000">
                <a:srgbClr val="2A78F7"/>
              </a:gs>
              <a:gs pos="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styles</a:t>
            </a:r>
          </a:p>
        </p:txBody>
      </p:sp>
      <p:sp>
        <p:nvSpPr>
          <p:cNvPr id="5" name="Text Placeholder 61">
            <a:extLst>
              <a:ext uri="{FF2B5EF4-FFF2-40B4-BE49-F238E27FC236}">
                <a16:creationId xmlns:a16="http://schemas.microsoft.com/office/drawing/2014/main" id="{3A93CC9C-9E57-D9DE-55B2-1468937CB3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33975" y="1449386"/>
            <a:ext cx="1944688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Text Placeholder 61">
            <a:extLst>
              <a:ext uri="{FF2B5EF4-FFF2-40B4-BE49-F238E27FC236}">
                <a16:creationId xmlns:a16="http://schemas.microsoft.com/office/drawing/2014/main" id="{393BE8A6-2C2F-8377-E82B-32966C7A7A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3975" y="1449388"/>
            <a:ext cx="1944688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99000">
                <a:srgbClr val="33A8E7"/>
              </a:gs>
              <a:gs pos="0">
                <a:srgbClr val="2A92F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styles</a:t>
            </a:r>
          </a:p>
        </p:txBody>
      </p:sp>
      <p:sp>
        <p:nvSpPr>
          <p:cNvPr id="7" name="Text Placeholder 61">
            <a:extLst>
              <a:ext uri="{FF2B5EF4-FFF2-40B4-BE49-F238E27FC236}">
                <a16:creationId xmlns:a16="http://schemas.microsoft.com/office/drawing/2014/main" id="{E645EFE9-F9B2-9C43-4BFC-0891FAE5E2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95600" y="1449386"/>
            <a:ext cx="1944688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8" name="Text Placeholder 61">
            <a:extLst>
              <a:ext uri="{FF2B5EF4-FFF2-40B4-BE49-F238E27FC236}">
                <a16:creationId xmlns:a16="http://schemas.microsoft.com/office/drawing/2014/main" id="{EA5882D5-B1B9-B478-28F5-76EDA754B2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95600" y="1449388"/>
            <a:ext cx="1944688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0">
                <a:srgbClr val="2A7CF7"/>
              </a:gs>
              <a:gs pos="100000">
                <a:srgbClr val="2A8FF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styles</a:t>
            </a:r>
          </a:p>
        </p:txBody>
      </p:sp>
      <p:sp>
        <p:nvSpPr>
          <p:cNvPr id="9" name="Text Placeholder 61">
            <a:extLst>
              <a:ext uri="{FF2B5EF4-FFF2-40B4-BE49-F238E27FC236}">
                <a16:creationId xmlns:a16="http://schemas.microsoft.com/office/drawing/2014/main" id="{00F3E505-78DE-552D-8DA8-386F4FFA8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51712" y="1449386"/>
            <a:ext cx="1944688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61">
            <a:extLst>
              <a:ext uri="{FF2B5EF4-FFF2-40B4-BE49-F238E27FC236}">
                <a16:creationId xmlns:a16="http://schemas.microsoft.com/office/drawing/2014/main" id="{59DF3AFA-0022-773B-DBCC-9255CE5D96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1712" y="1449388"/>
            <a:ext cx="1944688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100000">
                <a:srgbClr val="3DC4CE"/>
              </a:gs>
              <a:gs pos="1000">
                <a:srgbClr val="34ACE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styles</a:t>
            </a:r>
          </a:p>
        </p:txBody>
      </p:sp>
      <p:sp>
        <p:nvSpPr>
          <p:cNvPr id="12" name="Text Placeholder 61">
            <a:extLst>
              <a:ext uri="{FF2B5EF4-FFF2-40B4-BE49-F238E27FC236}">
                <a16:creationId xmlns:a16="http://schemas.microsoft.com/office/drawing/2014/main" id="{2A0954F6-3810-3C37-79EE-40D9C1013BC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53046" y="1449386"/>
            <a:ext cx="1944688" cy="4140191"/>
          </a:xfrm>
          <a:prstGeom prst="roundRect">
            <a:avLst>
              <a:gd name="adj" fmla="val 4506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72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600"/>
              </a:spcAft>
              <a:defRPr lang="en-GB" sz="1400" b="0" kern="1200" dirty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3" name="Text Placeholder 61">
            <a:extLst>
              <a:ext uri="{FF2B5EF4-FFF2-40B4-BE49-F238E27FC236}">
                <a16:creationId xmlns:a16="http://schemas.microsoft.com/office/drawing/2014/main" id="{A50EA957-CFAD-5705-090F-FF90B60E57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53046" y="1449388"/>
            <a:ext cx="1944688" cy="541866"/>
          </a:xfrm>
          <a:prstGeom prst="round2SameRect">
            <a:avLst>
              <a:gd name="adj1" fmla="val 21667"/>
              <a:gd name="adj2" fmla="val 0"/>
            </a:avLst>
          </a:prstGeom>
          <a:gradFill flip="none" rotWithShape="1">
            <a:gsLst>
              <a:gs pos="100000">
                <a:srgbClr val="49DEB6"/>
              </a:gs>
              <a:gs pos="1000">
                <a:srgbClr val="40C9C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>
            <a:lvl2pPr>
              <a:defRPr lang="en-GB" sz="1600" dirty="0">
                <a:solidFill>
                  <a:schemeClr val="bg1"/>
                </a:solidFill>
                <a:latin typeface="+mj-lt"/>
              </a:defRPr>
            </a:lvl2pPr>
          </a:lstStyle>
          <a:p>
            <a:pPr lvl="1">
              <a:spcAft>
                <a:spcPts val="1200"/>
              </a:spcAft>
            </a:pPr>
            <a:r>
              <a:rPr lang="en-GB"/>
              <a:t>Click to edit styles</a:t>
            </a:r>
          </a:p>
        </p:txBody>
      </p:sp>
    </p:spTree>
    <p:extLst>
      <p:ext uri="{BB962C8B-B14F-4D97-AF65-F5344CB8AC3E}">
        <p14:creationId xmlns:p14="http://schemas.microsoft.com/office/powerpoint/2010/main" val="4134509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63">
          <p15:clr>
            <a:srgbClr val="FBAE40"/>
          </p15:clr>
        </p15:guide>
        <p15:guide id="2" pos="1824">
          <p15:clr>
            <a:srgbClr val="FBAE40"/>
          </p15:clr>
        </p15:guide>
        <p15:guide id="3" pos="3061">
          <p15:clr>
            <a:srgbClr val="FBAE40"/>
          </p15:clr>
        </p15:guide>
        <p15:guide id="4" pos="3221">
          <p15:clr>
            <a:srgbClr val="FBAE40"/>
          </p15:clr>
        </p15:guide>
        <p15:guide id="5" pos="4459">
          <p15:clr>
            <a:srgbClr val="FBAE40"/>
          </p15:clr>
        </p15:guide>
        <p15:guide id="6" pos="4619">
          <p15:clr>
            <a:srgbClr val="FBAE40"/>
          </p15:clr>
        </p15:guide>
        <p15:guide id="7" pos="5856">
          <p15:clr>
            <a:srgbClr val="FBAE40"/>
          </p15:clr>
        </p15:guide>
        <p15:guide id="8" pos="600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5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61">
            <a:extLst>
              <a:ext uri="{FF2B5EF4-FFF2-40B4-BE49-F238E27FC236}">
                <a16:creationId xmlns:a16="http://schemas.microsoft.com/office/drawing/2014/main" id="{C1AE9E53-70A8-7367-5F63-F86791B5B9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325" y="1449388"/>
            <a:ext cx="1944688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7" name="Text Placeholder 61">
            <a:extLst>
              <a:ext uri="{FF2B5EF4-FFF2-40B4-BE49-F238E27FC236}">
                <a16:creationId xmlns:a16="http://schemas.microsoft.com/office/drawing/2014/main" id="{37A8653F-181C-1635-DC6C-268C07DAAA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904728" y="1449389"/>
            <a:ext cx="1944688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9" name="Text Placeholder 61">
            <a:extLst>
              <a:ext uri="{FF2B5EF4-FFF2-40B4-BE49-F238E27FC236}">
                <a16:creationId xmlns:a16="http://schemas.microsoft.com/office/drawing/2014/main" id="{B96F01E9-D48A-15C8-9710-156E3ED405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14131" y="1449390"/>
            <a:ext cx="1944688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1" name="Text Placeholder 61">
            <a:extLst>
              <a:ext uri="{FF2B5EF4-FFF2-40B4-BE49-F238E27FC236}">
                <a16:creationId xmlns:a16="http://schemas.microsoft.com/office/drawing/2014/main" id="{7CB60293-BAC2-2E73-9DB1-6204D6BD0EA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23534" y="1449391"/>
            <a:ext cx="1944688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3" name="Text Placeholder 61">
            <a:extLst>
              <a:ext uri="{FF2B5EF4-FFF2-40B4-BE49-F238E27FC236}">
                <a16:creationId xmlns:a16="http://schemas.microsoft.com/office/drawing/2014/main" id="{21CEDF20-199E-F3C3-F56E-F4CD2B005BD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532938" y="1449392"/>
            <a:ext cx="1944688" cy="4140199"/>
          </a:xfrm>
          <a:prstGeom prst="roundRect">
            <a:avLst>
              <a:gd name="adj" fmla="val 6323"/>
            </a:avLst>
          </a:prstGeom>
          <a:solidFill>
            <a:schemeClr val="bg1"/>
          </a:solidFill>
          <a:effectLst>
            <a:outerShdw blurRad="127000" dist="12700" dir="3720000" sx="101000" sy="101000" algn="ctr" rotWithShape="0">
              <a:srgbClr val="000000">
                <a:alpha val="8000"/>
              </a:srgbClr>
            </a:outerShdw>
          </a:effectLst>
        </p:spPr>
        <p:txBody>
          <a:bodyPr lIns="144000" tIns="900000" rIns="14400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5999995-7667-6FC3-0437-6BBB0BF9B18A}"/>
              </a:ext>
            </a:extLst>
          </p:cNvPr>
          <p:cNvSpPr/>
          <p:nvPr userDrawn="1"/>
        </p:nvSpPr>
        <p:spPr>
          <a:xfrm>
            <a:off x="937517" y="1679658"/>
            <a:ext cx="531327" cy="531327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7DC859-C138-1AE0-E421-8FC926EC373B}"/>
              </a:ext>
            </a:extLst>
          </p:cNvPr>
          <p:cNvSpPr/>
          <p:nvPr userDrawn="1"/>
        </p:nvSpPr>
        <p:spPr>
          <a:xfrm>
            <a:off x="3156842" y="1679659"/>
            <a:ext cx="531327" cy="531327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EF72C59-89A2-06DE-BC28-977CF679F095}"/>
              </a:ext>
            </a:extLst>
          </p:cNvPr>
          <p:cNvSpPr/>
          <p:nvPr userDrawn="1"/>
        </p:nvSpPr>
        <p:spPr>
          <a:xfrm>
            <a:off x="5376167" y="1679660"/>
            <a:ext cx="531327" cy="531327"/>
          </a:xfrm>
          <a:prstGeom prst="ellipse">
            <a:avLst/>
          </a:prstGeom>
          <a:solidFill>
            <a:srgbClr val="34ABE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661A8FB-6BFD-32C2-D382-CD3AF379E116}"/>
              </a:ext>
            </a:extLst>
          </p:cNvPr>
          <p:cNvSpPr/>
          <p:nvPr userDrawn="1"/>
        </p:nvSpPr>
        <p:spPr>
          <a:xfrm>
            <a:off x="7595492" y="1679661"/>
            <a:ext cx="531327" cy="531327"/>
          </a:xfrm>
          <a:prstGeom prst="ellipse">
            <a:avLst/>
          </a:prstGeom>
          <a:solidFill>
            <a:srgbClr val="3DC7C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831206-3254-9328-F551-46BCBBD0381D}"/>
              </a:ext>
            </a:extLst>
          </p:cNvPr>
          <p:cNvSpPr/>
          <p:nvPr userDrawn="1"/>
        </p:nvSpPr>
        <p:spPr>
          <a:xfrm>
            <a:off x="9775130" y="1679662"/>
            <a:ext cx="531327" cy="5313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b="1">
              <a:solidFill>
                <a:schemeClr val="tx1"/>
              </a:solidFill>
              <a:latin typeface="Cabinet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51697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63">
          <p15:clr>
            <a:srgbClr val="FBAE40"/>
          </p15:clr>
        </p15:guide>
        <p15:guide id="2" pos="1824">
          <p15:clr>
            <a:srgbClr val="FBAE40"/>
          </p15:clr>
        </p15:guide>
        <p15:guide id="3" pos="3061">
          <p15:clr>
            <a:srgbClr val="FBAE40"/>
          </p15:clr>
        </p15:guide>
        <p15:guide id="4" pos="3221">
          <p15:clr>
            <a:srgbClr val="FBAE40"/>
          </p15:clr>
        </p15:guide>
        <p15:guide id="5" pos="4459">
          <p15:clr>
            <a:srgbClr val="FBAE40"/>
          </p15:clr>
        </p15:guide>
        <p15:guide id="6" pos="4619">
          <p15:clr>
            <a:srgbClr val="FBAE40"/>
          </p15:clr>
        </p15:guide>
        <p15:guide id="7" pos="5856">
          <p15:clr>
            <a:srgbClr val="FBAE40"/>
          </p15:clr>
        </p15:guide>
        <p15:guide id="8" pos="600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5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61">
            <a:extLst>
              <a:ext uri="{FF2B5EF4-FFF2-40B4-BE49-F238E27FC236}">
                <a16:creationId xmlns:a16="http://schemas.microsoft.com/office/drawing/2014/main" id="{6B615296-8747-367E-03C9-A66464A8DF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6728" y="2205038"/>
            <a:ext cx="1867232" cy="338454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8EA255-E9DE-1D20-5D6B-E801A5AE617D}"/>
              </a:ext>
            </a:extLst>
          </p:cNvPr>
          <p:cNvSpPr/>
          <p:nvPr userDrawn="1"/>
        </p:nvSpPr>
        <p:spPr>
          <a:xfrm>
            <a:off x="695325" y="1449388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5" name="Text Placeholder 61">
            <a:extLst>
              <a:ext uri="{FF2B5EF4-FFF2-40B4-BE49-F238E27FC236}">
                <a16:creationId xmlns:a16="http://schemas.microsoft.com/office/drawing/2014/main" id="{1B370A74-B071-540D-AAE8-6D13DBA1FB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35378" y="2205038"/>
            <a:ext cx="1867232" cy="338454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9C08087-EB52-9C19-EB1F-2AF72314AF1E}"/>
              </a:ext>
            </a:extLst>
          </p:cNvPr>
          <p:cNvSpPr/>
          <p:nvPr userDrawn="1"/>
        </p:nvSpPr>
        <p:spPr>
          <a:xfrm>
            <a:off x="2922588" y="1449388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7" name="Text Placeholder 61">
            <a:extLst>
              <a:ext uri="{FF2B5EF4-FFF2-40B4-BE49-F238E27FC236}">
                <a16:creationId xmlns:a16="http://schemas.microsoft.com/office/drawing/2014/main" id="{C2F24CC5-A235-C992-6AD4-FB4120A740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4028" y="2205038"/>
            <a:ext cx="1878740" cy="338454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6357F53-7112-D619-C3CB-DA1CA115105D}"/>
              </a:ext>
            </a:extLst>
          </p:cNvPr>
          <p:cNvSpPr/>
          <p:nvPr userDrawn="1"/>
        </p:nvSpPr>
        <p:spPr>
          <a:xfrm>
            <a:off x="5171237" y="1449388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19" name="Text Placeholder 61">
            <a:extLst>
              <a:ext uri="{FF2B5EF4-FFF2-40B4-BE49-F238E27FC236}">
                <a16:creationId xmlns:a16="http://schemas.microsoft.com/office/drawing/2014/main" id="{753E47D4-C3B8-E896-1C76-09B0477A32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44186" y="2205038"/>
            <a:ext cx="1845524" cy="338454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A283737-ADBE-B44F-556D-32D0BA5ABCDB}"/>
              </a:ext>
            </a:extLst>
          </p:cNvPr>
          <p:cNvSpPr/>
          <p:nvPr userDrawn="1"/>
        </p:nvSpPr>
        <p:spPr>
          <a:xfrm>
            <a:off x="7419975" y="1449388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21" name="Text Placeholder 61">
            <a:extLst>
              <a:ext uri="{FF2B5EF4-FFF2-40B4-BE49-F238E27FC236}">
                <a16:creationId xmlns:a16="http://schemas.microsoft.com/office/drawing/2014/main" id="{9FD4C771-49B5-A854-4832-418033EBBF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671129" y="2205038"/>
            <a:ext cx="1825546" cy="3384549"/>
          </a:xfrm>
          <a:prstGeom prst="rect">
            <a:avLst/>
          </a:prstGeom>
          <a:solidFill>
            <a:schemeClr val="bg1"/>
          </a:solidFill>
          <a:effectLst/>
        </p:spPr>
        <p:txBody>
          <a:bodyPr lIns="0" tIns="0" rIns="0">
            <a:noAutofit/>
          </a:bodyPr>
          <a:lstStyle>
            <a:lvl1pPr>
              <a:spcAft>
                <a:spcPts val="1200"/>
              </a:spcAft>
              <a:defRPr lang="en-GB" sz="1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1200"/>
              </a:spcAft>
              <a:defRPr lang="en-GB" sz="1400" b="0" i="0" kern="1200" dirty="0">
                <a:solidFill>
                  <a:schemeClr val="accent6"/>
                </a:solidFill>
                <a:latin typeface="+mn-lt"/>
                <a:ea typeface="Cabinet Grotesk" pitchFamily="2" charset="77"/>
                <a:cs typeface="Aharoni"/>
              </a:defRPr>
            </a:lvl2pPr>
            <a:lvl3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3pPr>
            <a:lvl4pPr marL="0" algn="l" defTabSz="914400" rtl="0" eaLnBrk="1" latinLnBrk="0" hangingPunct="1">
              <a:spcAft>
                <a:spcPts val="1200"/>
              </a:spcAft>
              <a:defRPr lang="en-GB" sz="1400" kern="1200" dirty="0" smtClean="0">
                <a:solidFill>
                  <a:schemeClr val="accent6"/>
                </a:solidFill>
                <a:latin typeface="+mn-lt"/>
                <a:ea typeface="Calibri" panose="020F0502020204030204" pitchFamily="34" charset="0"/>
                <a:cs typeface="Aharoni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GB"/>
              <a:t>Second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892948-FD87-84FC-B607-E228CBE67516}"/>
              </a:ext>
            </a:extLst>
          </p:cNvPr>
          <p:cNvSpPr/>
          <p:nvPr userDrawn="1"/>
        </p:nvSpPr>
        <p:spPr>
          <a:xfrm>
            <a:off x="9668713" y="1449388"/>
            <a:ext cx="506286" cy="50628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76C97CE-D964-5DED-A924-32662BB31883}"/>
              </a:ext>
            </a:extLst>
          </p:cNvPr>
          <p:cNvCxnSpPr>
            <a:cxnSpLocks/>
          </p:cNvCxnSpPr>
          <p:nvPr userDrawn="1"/>
        </p:nvCxnSpPr>
        <p:spPr>
          <a:xfrm>
            <a:off x="2744669" y="3429000"/>
            <a:ext cx="0" cy="3429000"/>
          </a:xfrm>
          <a:prstGeom prst="line">
            <a:avLst/>
          </a:prstGeom>
          <a:ln w="88900" cap="rnd">
            <a:gradFill flip="none" rotWithShape="1">
              <a:gsLst>
                <a:gs pos="0">
                  <a:schemeClr val="tx2"/>
                </a:gs>
                <a:gs pos="53000">
                  <a:schemeClr val="accent4"/>
                </a:gs>
                <a:gs pos="99000">
                  <a:schemeClr val="accent1"/>
                </a:gs>
              </a:gsLst>
              <a:lin ang="540000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D889E7C-D639-48E2-FD77-0A4EAD753504}"/>
              </a:ext>
            </a:extLst>
          </p:cNvPr>
          <p:cNvCxnSpPr>
            <a:cxnSpLocks/>
          </p:cNvCxnSpPr>
          <p:nvPr userDrawn="1"/>
        </p:nvCxnSpPr>
        <p:spPr>
          <a:xfrm>
            <a:off x="4993319" y="1449388"/>
            <a:ext cx="0" cy="5408612"/>
          </a:xfrm>
          <a:prstGeom prst="line">
            <a:avLst/>
          </a:prstGeom>
          <a:ln w="88900" cap="rnd">
            <a:gradFill flip="none" rotWithShape="1">
              <a:gsLst>
                <a:gs pos="0">
                  <a:schemeClr val="tx2"/>
                </a:gs>
                <a:gs pos="53000">
                  <a:schemeClr val="accent4"/>
                </a:gs>
                <a:gs pos="99000">
                  <a:schemeClr val="accent1"/>
                </a:gs>
              </a:gsLst>
              <a:lin ang="540000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1036288-5EBE-9852-92AF-C284D064ECA1}"/>
              </a:ext>
            </a:extLst>
          </p:cNvPr>
          <p:cNvCxnSpPr>
            <a:cxnSpLocks/>
          </p:cNvCxnSpPr>
          <p:nvPr userDrawn="1"/>
        </p:nvCxnSpPr>
        <p:spPr>
          <a:xfrm>
            <a:off x="7253477" y="4750420"/>
            <a:ext cx="0" cy="2107580"/>
          </a:xfrm>
          <a:prstGeom prst="line">
            <a:avLst/>
          </a:prstGeom>
          <a:ln w="88900" cap="rnd">
            <a:gradFill flip="none" rotWithShape="1">
              <a:gsLst>
                <a:gs pos="0">
                  <a:schemeClr val="tx2"/>
                </a:gs>
                <a:gs pos="53000">
                  <a:schemeClr val="accent4"/>
                </a:gs>
                <a:gs pos="99000">
                  <a:schemeClr val="accent1"/>
                </a:gs>
              </a:gsLst>
              <a:lin ang="540000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3FDA663-4E97-8990-9586-1EA0C000548F}"/>
              </a:ext>
            </a:extLst>
          </p:cNvPr>
          <p:cNvCxnSpPr>
            <a:cxnSpLocks/>
          </p:cNvCxnSpPr>
          <p:nvPr userDrawn="1"/>
        </p:nvCxnSpPr>
        <p:spPr>
          <a:xfrm>
            <a:off x="9480419" y="2542478"/>
            <a:ext cx="0" cy="4315522"/>
          </a:xfrm>
          <a:prstGeom prst="line">
            <a:avLst/>
          </a:prstGeom>
          <a:ln w="88900" cap="rnd">
            <a:gradFill flip="none" rotWithShape="1">
              <a:gsLst>
                <a:gs pos="0">
                  <a:schemeClr val="tx2"/>
                </a:gs>
                <a:gs pos="53000">
                  <a:schemeClr val="accent4"/>
                </a:gs>
                <a:gs pos="99000">
                  <a:schemeClr val="accent1"/>
                </a:gs>
              </a:gsLst>
              <a:lin ang="5400000" scaled="1"/>
              <a:tileRect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045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5">
          <p15:clr>
            <a:srgbClr val="FBAE40"/>
          </p15:clr>
        </p15:guide>
        <p15:guide id="2" pos="1841">
          <p15:clr>
            <a:srgbClr val="FBAE40"/>
          </p15:clr>
        </p15:guide>
        <p15:guide id="3" pos="3041">
          <p15:clr>
            <a:srgbClr val="FBAE40"/>
          </p15:clr>
        </p15:guide>
        <p15:guide id="4" pos="3258">
          <p15:clr>
            <a:srgbClr val="FBAE40"/>
          </p15:clr>
        </p15:guide>
        <p15:guide id="5" pos="4459">
          <p15:clr>
            <a:srgbClr val="FBAE40"/>
          </p15:clr>
        </p15:guide>
        <p15:guide id="6" pos="4674">
          <p15:clr>
            <a:srgbClr val="FBAE40"/>
          </p15:clr>
        </p15:guide>
        <p15:guide id="7" pos="5864">
          <p15:clr>
            <a:srgbClr val="FBAE40"/>
          </p15:clr>
        </p15:guide>
        <p15:guide id="8" pos="6090">
          <p15:clr>
            <a:srgbClr val="FBAE40"/>
          </p15:clr>
        </p15:guide>
        <p15:guide id="9" orient="horz" pos="138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A65A3972-BE94-BD2A-BEA0-9F6E1EC471CB}"/>
              </a:ext>
            </a:extLst>
          </p:cNvPr>
          <p:cNvSpPr/>
          <p:nvPr userDrawn="1"/>
        </p:nvSpPr>
        <p:spPr>
          <a:xfrm rot="10800000">
            <a:off x="6852062" y="-4"/>
            <a:ext cx="5339938" cy="6858001"/>
          </a:xfrm>
          <a:prstGeom prst="rtTriangle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42ABB285-422F-873B-6176-37642A7E57FE}"/>
              </a:ext>
            </a:extLst>
          </p:cNvPr>
          <p:cNvSpPr/>
          <p:nvPr userDrawn="1"/>
        </p:nvSpPr>
        <p:spPr>
          <a:xfrm rot="16200000">
            <a:off x="5293657" y="-40349"/>
            <a:ext cx="6858008" cy="6938683"/>
          </a:xfrm>
          <a:prstGeom prst="rtTriangle">
            <a:avLst/>
          </a:prstGeom>
          <a:gradFill>
            <a:gsLst>
              <a:gs pos="0">
                <a:schemeClr val="accent3"/>
              </a:gs>
              <a:gs pos="53000">
                <a:schemeClr val="accent4"/>
              </a:gs>
              <a:gs pos="99000">
                <a:schemeClr val="accent1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D36F615-6EE9-7578-296C-4FBC1AAF2972}"/>
              </a:ext>
            </a:extLst>
          </p:cNvPr>
          <p:cNvGrpSpPr/>
          <p:nvPr userDrawn="1"/>
        </p:nvGrpSpPr>
        <p:grpSpPr>
          <a:xfrm>
            <a:off x="9330979" y="4312239"/>
            <a:ext cx="2118194" cy="1661014"/>
            <a:chOff x="6932030" y="549275"/>
            <a:chExt cx="2765542" cy="216864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D58DB70-43D9-F583-162D-92BA83034A5A}"/>
                </a:ext>
              </a:extLst>
            </p:cNvPr>
            <p:cNvSpPr/>
            <p:nvPr userDrawn="1"/>
          </p:nvSpPr>
          <p:spPr>
            <a:xfrm rot="5400000">
              <a:off x="6932030" y="5492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3A6F1CB-F24E-7E4B-0E85-4950B7069D81}"/>
                </a:ext>
              </a:extLst>
            </p:cNvPr>
            <p:cNvSpPr/>
            <p:nvPr userDrawn="1"/>
          </p:nvSpPr>
          <p:spPr>
            <a:xfrm rot="5400000">
              <a:off x="7427330" y="5492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51B335E-7380-4208-C801-79B3BF299E8D}"/>
                </a:ext>
              </a:extLst>
            </p:cNvPr>
            <p:cNvSpPr/>
            <p:nvPr userDrawn="1"/>
          </p:nvSpPr>
          <p:spPr>
            <a:xfrm rot="5400000">
              <a:off x="7922630" y="5492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608058-06EE-99A9-7E92-DA462468326B}"/>
                </a:ext>
              </a:extLst>
            </p:cNvPr>
            <p:cNvSpPr/>
            <p:nvPr userDrawn="1"/>
          </p:nvSpPr>
          <p:spPr>
            <a:xfrm rot="5400000">
              <a:off x="8417930" y="5492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400DF3D-DB8D-1C45-6960-46444894E053}"/>
                </a:ext>
              </a:extLst>
            </p:cNvPr>
            <p:cNvSpPr/>
            <p:nvPr userDrawn="1"/>
          </p:nvSpPr>
          <p:spPr>
            <a:xfrm rot="5400000">
              <a:off x="8913230" y="5492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673F7D8-83EB-8F26-1D92-D0C286E65474}"/>
                </a:ext>
              </a:extLst>
            </p:cNvPr>
            <p:cNvSpPr/>
            <p:nvPr userDrawn="1"/>
          </p:nvSpPr>
          <p:spPr>
            <a:xfrm rot="5400000">
              <a:off x="9408530" y="5492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024E46F-A3A8-57B0-83C4-B57E10F82290}"/>
                </a:ext>
              </a:extLst>
            </p:cNvPr>
            <p:cNvSpPr/>
            <p:nvPr userDrawn="1"/>
          </p:nvSpPr>
          <p:spPr>
            <a:xfrm rot="5400000">
              <a:off x="6932030" y="10191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8D124B7-984B-6A6C-E072-64576312E71F}"/>
                </a:ext>
              </a:extLst>
            </p:cNvPr>
            <p:cNvSpPr/>
            <p:nvPr userDrawn="1"/>
          </p:nvSpPr>
          <p:spPr>
            <a:xfrm rot="5400000">
              <a:off x="7427330" y="10191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610D44-3C14-FC61-0151-EFE814224497}"/>
                </a:ext>
              </a:extLst>
            </p:cNvPr>
            <p:cNvSpPr/>
            <p:nvPr userDrawn="1"/>
          </p:nvSpPr>
          <p:spPr>
            <a:xfrm rot="5400000">
              <a:off x="7922630" y="10191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954E6FC-46B8-26D4-06D5-DB84102B770E}"/>
                </a:ext>
              </a:extLst>
            </p:cNvPr>
            <p:cNvSpPr/>
            <p:nvPr userDrawn="1"/>
          </p:nvSpPr>
          <p:spPr>
            <a:xfrm rot="5400000">
              <a:off x="8417930" y="10191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118CAF4-77CA-96BD-EA49-C5484F26D573}"/>
                </a:ext>
              </a:extLst>
            </p:cNvPr>
            <p:cNvSpPr/>
            <p:nvPr userDrawn="1"/>
          </p:nvSpPr>
          <p:spPr>
            <a:xfrm rot="5400000">
              <a:off x="8913230" y="10191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D367699-E6B6-375C-7A55-0364F4A33D6F}"/>
                </a:ext>
              </a:extLst>
            </p:cNvPr>
            <p:cNvSpPr/>
            <p:nvPr userDrawn="1"/>
          </p:nvSpPr>
          <p:spPr>
            <a:xfrm rot="5400000">
              <a:off x="9408530" y="10191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EB6AAF1-CE8B-1EA4-1BCD-DCEF8EB560F8}"/>
                </a:ext>
              </a:extLst>
            </p:cNvPr>
            <p:cNvSpPr/>
            <p:nvPr userDrawn="1"/>
          </p:nvSpPr>
          <p:spPr>
            <a:xfrm rot="5400000">
              <a:off x="6932030" y="14890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EC86441-90B2-A8E5-4E00-E6415A6F0475}"/>
                </a:ext>
              </a:extLst>
            </p:cNvPr>
            <p:cNvSpPr/>
            <p:nvPr userDrawn="1"/>
          </p:nvSpPr>
          <p:spPr>
            <a:xfrm rot="5400000">
              <a:off x="7427330" y="14890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376FD17-DBD3-8DDE-99B8-94FD59E45F56}"/>
                </a:ext>
              </a:extLst>
            </p:cNvPr>
            <p:cNvSpPr/>
            <p:nvPr userDrawn="1"/>
          </p:nvSpPr>
          <p:spPr>
            <a:xfrm rot="5400000">
              <a:off x="7922630" y="14890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64A8D41-28C0-5249-1F93-CF467CB78D22}"/>
                </a:ext>
              </a:extLst>
            </p:cNvPr>
            <p:cNvSpPr/>
            <p:nvPr userDrawn="1"/>
          </p:nvSpPr>
          <p:spPr>
            <a:xfrm rot="5400000">
              <a:off x="8417930" y="14890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AA01F50-936F-E929-8863-BAEE2A9B52A6}"/>
                </a:ext>
              </a:extLst>
            </p:cNvPr>
            <p:cNvSpPr/>
            <p:nvPr userDrawn="1"/>
          </p:nvSpPr>
          <p:spPr>
            <a:xfrm rot="5400000">
              <a:off x="8913230" y="14890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B7BBFAB-C6BD-A8EF-8942-B03936908D2C}"/>
                </a:ext>
              </a:extLst>
            </p:cNvPr>
            <p:cNvSpPr/>
            <p:nvPr userDrawn="1"/>
          </p:nvSpPr>
          <p:spPr>
            <a:xfrm rot="5400000">
              <a:off x="9408530" y="14890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EFBCF00-73D2-9ED4-5F93-8E88D4D4E24D}"/>
                </a:ext>
              </a:extLst>
            </p:cNvPr>
            <p:cNvSpPr/>
            <p:nvPr userDrawn="1"/>
          </p:nvSpPr>
          <p:spPr>
            <a:xfrm rot="5400000">
              <a:off x="6932030" y="19589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39AE6F6-278B-FC76-365C-01572B593117}"/>
                </a:ext>
              </a:extLst>
            </p:cNvPr>
            <p:cNvSpPr/>
            <p:nvPr userDrawn="1"/>
          </p:nvSpPr>
          <p:spPr>
            <a:xfrm rot="5400000">
              <a:off x="7427330" y="19589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FCA4BBE-C6CC-067C-9989-4E18000E943E}"/>
                </a:ext>
              </a:extLst>
            </p:cNvPr>
            <p:cNvSpPr/>
            <p:nvPr userDrawn="1"/>
          </p:nvSpPr>
          <p:spPr>
            <a:xfrm rot="5400000">
              <a:off x="7922630" y="19589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AD4AC8D-B1C0-134F-43C1-83E780093CB0}"/>
                </a:ext>
              </a:extLst>
            </p:cNvPr>
            <p:cNvSpPr/>
            <p:nvPr userDrawn="1"/>
          </p:nvSpPr>
          <p:spPr>
            <a:xfrm rot="5400000">
              <a:off x="8417930" y="19589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DAEF73-DE87-1BEB-9812-0A0DDB8FB80B}"/>
                </a:ext>
              </a:extLst>
            </p:cNvPr>
            <p:cNvSpPr/>
            <p:nvPr userDrawn="1"/>
          </p:nvSpPr>
          <p:spPr>
            <a:xfrm rot="5400000">
              <a:off x="8913230" y="19589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4AA09C0-9B9E-7648-4489-8D384B6128DE}"/>
                </a:ext>
              </a:extLst>
            </p:cNvPr>
            <p:cNvSpPr/>
            <p:nvPr userDrawn="1"/>
          </p:nvSpPr>
          <p:spPr>
            <a:xfrm rot="5400000">
              <a:off x="9408530" y="19589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5B41331-70FB-5400-FF41-14499E2F27DE}"/>
                </a:ext>
              </a:extLst>
            </p:cNvPr>
            <p:cNvSpPr/>
            <p:nvPr userDrawn="1"/>
          </p:nvSpPr>
          <p:spPr>
            <a:xfrm rot="5400000">
              <a:off x="6932030" y="24288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6E9B550-7B31-E328-4AE8-83B3FEFBF05E}"/>
                </a:ext>
              </a:extLst>
            </p:cNvPr>
            <p:cNvSpPr/>
            <p:nvPr userDrawn="1"/>
          </p:nvSpPr>
          <p:spPr>
            <a:xfrm rot="5400000">
              <a:off x="7427330" y="24288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BC759BC-80B5-25C7-9E38-3DB6A7CC2F49}"/>
                </a:ext>
              </a:extLst>
            </p:cNvPr>
            <p:cNvSpPr/>
            <p:nvPr userDrawn="1"/>
          </p:nvSpPr>
          <p:spPr>
            <a:xfrm rot="5400000">
              <a:off x="7922630" y="24288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F946E94-151B-554D-AC19-46C2B8FD3355}"/>
                </a:ext>
              </a:extLst>
            </p:cNvPr>
            <p:cNvSpPr/>
            <p:nvPr userDrawn="1"/>
          </p:nvSpPr>
          <p:spPr>
            <a:xfrm rot="5400000">
              <a:off x="8417930" y="24288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995E635-3219-FFC6-9C04-928BBE54D360}"/>
                </a:ext>
              </a:extLst>
            </p:cNvPr>
            <p:cNvSpPr/>
            <p:nvPr userDrawn="1"/>
          </p:nvSpPr>
          <p:spPr>
            <a:xfrm rot="5400000">
              <a:off x="8913230" y="24288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97101D2-2BDC-B789-39D5-B2FD9E543E61}"/>
                </a:ext>
              </a:extLst>
            </p:cNvPr>
            <p:cNvSpPr/>
            <p:nvPr userDrawn="1"/>
          </p:nvSpPr>
          <p:spPr>
            <a:xfrm rot="5400000">
              <a:off x="9408530" y="24288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0" name="Title 3">
            <a:extLst>
              <a:ext uri="{FF2B5EF4-FFF2-40B4-BE49-F238E27FC236}">
                <a16:creationId xmlns:a16="http://schemas.microsoft.com/office/drawing/2014/main" id="{CFD62F39-009D-D5A7-973C-DE4D06A9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03063"/>
            <a:ext cx="10515600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372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A65A3972-BE94-BD2A-BEA0-9F6E1EC471CB}"/>
              </a:ext>
            </a:extLst>
          </p:cNvPr>
          <p:cNvSpPr/>
          <p:nvPr userDrawn="1"/>
        </p:nvSpPr>
        <p:spPr>
          <a:xfrm rot="16200000">
            <a:off x="4156216" y="-1144075"/>
            <a:ext cx="6891712" cy="9179859"/>
          </a:xfrm>
          <a:prstGeom prst="rtTriangle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42ABB285-422F-873B-6176-37642A7E57FE}"/>
              </a:ext>
            </a:extLst>
          </p:cNvPr>
          <p:cNvSpPr/>
          <p:nvPr userDrawn="1"/>
        </p:nvSpPr>
        <p:spPr>
          <a:xfrm rot="16200000" flipV="1">
            <a:off x="-238286" y="1555538"/>
            <a:ext cx="5574455" cy="5097889"/>
          </a:xfrm>
          <a:prstGeom prst="rtTriangle">
            <a:avLst/>
          </a:prstGeom>
          <a:gradFill>
            <a:gsLst>
              <a:gs pos="0">
                <a:schemeClr val="accent3"/>
              </a:gs>
              <a:gs pos="53000">
                <a:schemeClr val="accent4"/>
              </a:gs>
              <a:gs pos="99000">
                <a:schemeClr val="accent1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itle 3">
            <a:extLst>
              <a:ext uri="{FF2B5EF4-FFF2-40B4-BE49-F238E27FC236}">
                <a16:creationId xmlns:a16="http://schemas.microsoft.com/office/drawing/2014/main" id="{CFD62F39-009D-D5A7-973C-DE4D06A9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03063"/>
            <a:ext cx="10515600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2" name="Picture 1" descr="Logo, company name  Description automatically generated">
            <a:extLst>
              <a:ext uri="{FF2B5EF4-FFF2-40B4-BE49-F238E27FC236}">
                <a16:creationId xmlns:a16="http://schemas.microsoft.com/office/drawing/2014/main" id="{E9B2A913-E5D8-780C-3F8B-FC56615792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325" y="6001883"/>
            <a:ext cx="1045793" cy="42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395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>
            <a:extLst>
              <a:ext uri="{FF2B5EF4-FFF2-40B4-BE49-F238E27FC236}">
                <a16:creationId xmlns:a16="http://schemas.microsoft.com/office/drawing/2014/main" id="{E936E9BC-A3DC-894C-CD54-49294E6210F5}"/>
              </a:ext>
            </a:extLst>
          </p:cNvPr>
          <p:cNvSpPr/>
          <p:nvPr userDrawn="1"/>
        </p:nvSpPr>
        <p:spPr>
          <a:xfrm>
            <a:off x="0" y="-5"/>
            <a:ext cx="12192000" cy="6857996"/>
          </a:xfrm>
          <a:prstGeom prst="rtTriangle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42ABB285-422F-873B-6176-37642A7E57FE}"/>
              </a:ext>
            </a:extLst>
          </p:cNvPr>
          <p:cNvSpPr/>
          <p:nvPr userDrawn="1"/>
        </p:nvSpPr>
        <p:spPr>
          <a:xfrm rot="16200000">
            <a:off x="5573038" y="266799"/>
            <a:ext cx="6857995" cy="6379929"/>
          </a:xfrm>
          <a:prstGeom prst="rtTriangle">
            <a:avLst/>
          </a:prstGeom>
          <a:gradFill>
            <a:gsLst>
              <a:gs pos="0">
                <a:schemeClr val="accent3"/>
              </a:gs>
              <a:gs pos="51000">
                <a:schemeClr val="accent4"/>
              </a:gs>
              <a:gs pos="99000">
                <a:schemeClr val="accent1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itle 3">
            <a:extLst>
              <a:ext uri="{FF2B5EF4-FFF2-40B4-BE49-F238E27FC236}">
                <a16:creationId xmlns:a16="http://schemas.microsoft.com/office/drawing/2014/main" id="{CFD62F39-009D-D5A7-973C-DE4D06A9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03063"/>
            <a:ext cx="10515600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43" name="Picture 42" descr="A picture containing company name  Description automatically generated">
            <a:extLst>
              <a:ext uri="{FF2B5EF4-FFF2-40B4-BE49-F238E27FC236}">
                <a16:creationId xmlns:a16="http://schemas.microsoft.com/office/drawing/2014/main" id="{B206C6B1-68BE-6196-8BD5-EA864EFB99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325" y="6003429"/>
            <a:ext cx="1045793" cy="428687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8E935379-0AAC-B662-474E-6886E4BB9953}"/>
              </a:ext>
            </a:extLst>
          </p:cNvPr>
          <p:cNvGrpSpPr/>
          <p:nvPr userDrawn="1"/>
        </p:nvGrpSpPr>
        <p:grpSpPr>
          <a:xfrm>
            <a:off x="10623496" y="2366225"/>
            <a:ext cx="289042" cy="4491766"/>
            <a:chOff x="10623496" y="1449387"/>
            <a:chExt cx="289042" cy="4491766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06A2FC5-9464-0BA8-6979-3F80AA3938EB}"/>
                </a:ext>
              </a:extLst>
            </p:cNvPr>
            <p:cNvSpPr/>
            <p:nvPr/>
          </p:nvSpPr>
          <p:spPr>
            <a:xfrm rot="5400000">
              <a:off x="10623496" y="1449387"/>
              <a:ext cx="289042" cy="289042"/>
            </a:xfrm>
            <a:prstGeom prst="ellipse">
              <a:avLst/>
            </a:prstGeom>
            <a:noFill/>
            <a:ln w="889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206E004-4EF8-3A39-1ABE-37559D35E102}"/>
                </a:ext>
              </a:extLst>
            </p:cNvPr>
            <p:cNvCxnSpPr>
              <a:cxnSpLocks/>
            </p:cNvCxnSpPr>
            <p:nvPr/>
          </p:nvCxnSpPr>
          <p:spPr>
            <a:xfrm>
              <a:off x="10768018" y="1738430"/>
              <a:ext cx="0" cy="4202723"/>
            </a:xfrm>
            <a:prstGeom prst="line">
              <a:avLst/>
            </a:prstGeom>
            <a:ln w="88900" cap="rnd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9E3EB78-BBC6-D37B-83DC-14C42534BB70}"/>
              </a:ext>
            </a:extLst>
          </p:cNvPr>
          <p:cNvGrpSpPr/>
          <p:nvPr userDrawn="1"/>
        </p:nvGrpSpPr>
        <p:grpSpPr>
          <a:xfrm>
            <a:off x="7428420" y="5760130"/>
            <a:ext cx="289042" cy="1097872"/>
            <a:chOff x="8820822" y="5760130"/>
            <a:chExt cx="289042" cy="1097872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6D54585-9275-D939-8BA7-7305CBF9B771}"/>
                </a:ext>
              </a:extLst>
            </p:cNvPr>
            <p:cNvSpPr/>
            <p:nvPr/>
          </p:nvSpPr>
          <p:spPr>
            <a:xfrm rot="5400000">
              <a:off x="8820822" y="5760130"/>
              <a:ext cx="289042" cy="289042"/>
            </a:xfrm>
            <a:prstGeom prst="ellipse">
              <a:avLst/>
            </a:prstGeom>
            <a:noFill/>
            <a:ln w="889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977DF38-4DF9-153F-AF12-498653673DD5}"/>
                </a:ext>
              </a:extLst>
            </p:cNvPr>
            <p:cNvCxnSpPr>
              <a:cxnSpLocks/>
            </p:cNvCxnSpPr>
            <p:nvPr/>
          </p:nvCxnSpPr>
          <p:spPr>
            <a:xfrm>
              <a:off x="8965344" y="6049173"/>
              <a:ext cx="0" cy="808829"/>
            </a:xfrm>
            <a:prstGeom prst="line">
              <a:avLst/>
            </a:prstGeom>
            <a:ln w="88900" cap="rnd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DD4E7DB-1D1A-C4A3-4692-564DF6A85F2F}"/>
              </a:ext>
            </a:extLst>
          </p:cNvPr>
          <p:cNvCxnSpPr>
            <a:cxnSpLocks/>
          </p:cNvCxnSpPr>
          <p:nvPr userDrawn="1"/>
        </p:nvCxnSpPr>
        <p:spPr>
          <a:xfrm>
            <a:off x="7201660" y="6191362"/>
            <a:ext cx="0" cy="666640"/>
          </a:xfrm>
          <a:prstGeom prst="line">
            <a:avLst/>
          </a:prstGeom>
          <a:ln w="88900" cap="rnd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680296F-0AE1-B47D-38C1-DD005CDDDE7B}"/>
              </a:ext>
            </a:extLst>
          </p:cNvPr>
          <p:cNvCxnSpPr>
            <a:cxnSpLocks/>
          </p:cNvCxnSpPr>
          <p:nvPr userDrawn="1"/>
        </p:nvCxnSpPr>
        <p:spPr>
          <a:xfrm>
            <a:off x="10445298" y="3456763"/>
            <a:ext cx="0" cy="3401228"/>
          </a:xfrm>
          <a:prstGeom prst="line">
            <a:avLst/>
          </a:prstGeom>
          <a:ln w="88900" cap="rnd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5BC319B-BF62-50B7-E761-613D7DCAA22D}"/>
              </a:ext>
            </a:extLst>
          </p:cNvPr>
          <p:cNvCxnSpPr>
            <a:cxnSpLocks/>
          </p:cNvCxnSpPr>
          <p:nvPr userDrawn="1"/>
        </p:nvCxnSpPr>
        <p:spPr>
          <a:xfrm>
            <a:off x="11324864" y="4266769"/>
            <a:ext cx="0" cy="2591233"/>
          </a:xfrm>
          <a:prstGeom prst="line">
            <a:avLst/>
          </a:prstGeom>
          <a:ln w="88900" cap="rnd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793A3D-9905-ED5F-5EE1-9139976CFA4D}"/>
              </a:ext>
            </a:extLst>
          </p:cNvPr>
          <p:cNvCxnSpPr>
            <a:cxnSpLocks/>
          </p:cNvCxnSpPr>
          <p:nvPr userDrawn="1"/>
        </p:nvCxnSpPr>
        <p:spPr>
          <a:xfrm>
            <a:off x="6975237" y="6339407"/>
            <a:ext cx="0" cy="518593"/>
          </a:xfrm>
          <a:prstGeom prst="line">
            <a:avLst/>
          </a:prstGeom>
          <a:ln w="88900" cap="rnd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929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983B1E71-706B-B932-1101-13A9B42BAFAD}"/>
              </a:ext>
            </a:extLst>
          </p:cNvPr>
          <p:cNvGrpSpPr/>
          <p:nvPr userDrawn="1"/>
        </p:nvGrpSpPr>
        <p:grpSpPr>
          <a:xfrm>
            <a:off x="6669395" y="1391954"/>
            <a:ext cx="5183833" cy="4761963"/>
            <a:chOff x="6669395" y="1391954"/>
            <a:chExt cx="5183833" cy="476196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5CD4B5B-4FF3-57EF-27DF-E62B562D592E}"/>
                </a:ext>
              </a:extLst>
            </p:cNvPr>
            <p:cNvSpPr/>
            <p:nvPr/>
          </p:nvSpPr>
          <p:spPr>
            <a:xfrm>
              <a:off x="7472730" y="2000089"/>
              <a:ext cx="4380498" cy="4153828"/>
            </a:xfrm>
            <a:custGeom>
              <a:avLst/>
              <a:gdLst>
                <a:gd name="connsiteX0" fmla="*/ 4099454 w 4380498"/>
                <a:gd name="connsiteY0" fmla="*/ 3334512 h 4153828"/>
                <a:gd name="connsiteX1" fmla="*/ 3586333 w 4380498"/>
                <a:gd name="connsiteY1" fmla="*/ 3983736 h 4153828"/>
                <a:gd name="connsiteX2" fmla="*/ 2582719 w 4380498"/>
                <a:gd name="connsiteY2" fmla="*/ 4149566 h 4153828"/>
                <a:gd name="connsiteX3" fmla="*/ 1367467 w 4380498"/>
                <a:gd name="connsiteY3" fmla="*/ 4099751 h 4153828"/>
                <a:gd name="connsiteX4" fmla="*/ 642423 w 4380498"/>
                <a:gd name="connsiteY4" fmla="*/ 3980974 h 4153828"/>
                <a:gd name="connsiteX5" fmla="*/ 0 w 4380498"/>
                <a:gd name="connsiteY5" fmla="*/ 3465957 h 4153828"/>
                <a:gd name="connsiteX6" fmla="*/ 3459598 w 4380498"/>
                <a:gd name="connsiteY6" fmla="*/ 0 h 4153828"/>
                <a:gd name="connsiteX7" fmla="*/ 4021492 w 4380498"/>
                <a:gd name="connsiteY7" fmla="*/ 657225 h 4153828"/>
                <a:gd name="connsiteX8" fmla="*/ 4099454 w 4380498"/>
                <a:gd name="connsiteY8" fmla="*/ 3334512 h 415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80498" h="4153828">
                  <a:moveTo>
                    <a:pt x="4099454" y="3334512"/>
                  </a:moveTo>
                  <a:cubicBezTo>
                    <a:pt x="3982797" y="3589211"/>
                    <a:pt x="3825067" y="3837718"/>
                    <a:pt x="3586333" y="3983736"/>
                  </a:cubicBezTo>
                  <a:cubicBezTo>
                    <a:pt x="3292645" y="4163473"/>
                    <a:pt x="2926701" y="4160615"/>
                    <a:pt x="2582719" y="4149566"/>
                  </a:cubicBezTo>
                  <a:cubicBezTo>
                    <a:pt x="2177508" y="4136613"/>
                    <a:pt x="1772393" y="4120039"/>
                    <a:pt x="1367467" y="4099751"/>
                  </a:cubicBezTo>
                  <a:cubicBezTo>
                    <a:pt x="1121698" y="4087463"/>
                    <a:pt x="870794" y="4072700"/>
                    <a:pt x="642423" y="3980974"/>
                  </a:cubicBezTo>
                  <a:cubicBezTo>
                    <a:pt x="384199" y="3877247"/>
                    <a:pt x="177125" y="3684651"/>
                    <a:pt x="0" y="3465957"/>
                  </a:cubicBezTo>
                  <a:lnTo>
                    <a:pt x="3459598" y="0"/>
                  </a:lnTo>
                  <a:cubicBezTo>
                    <a:pt x="3683595" y="183833"/>
                    <a:pt x="3875932" y="406432"/>
                    <a:pt x="4021492" y="657225"/>
                  </a:cubicBezTo>
                  <a:cubicBezTo>
                    <a:pt x="4487076" y="1459325"/>
                    <a:pt x="4485555" y="2491169"/>
                    <a:pt x="4099454" y="333451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/>
                </a:gs>
                <a:gs pos="76000">
                  <a:schemeClr val="accent1"/>
                </a:gs>
              </a:gsLst>
              <a:lin ang="13500000" scaled="1"/>
              <a:tileRect/>
            </a:gra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16D1EE1-525D-EC6D-5A6A-9FD0CB295F25}"/>
                </a:ext>
              </a:extLst>
            </p:cNvPr>
            <p:cNvSpPr/>
            <p:nvPr/>
          </p:nvSpPr>
          <p:spPr>
            <a:xfrm>
              <a:off x="6669395" y="1391954"/>
              <a:ext cx="4262932" cy="4074091"/>
            </a:xfrm>
            <a:custGeom>
              <a:avLst/>
              <a:gdLst>
                <a:gd name="connsiteX0" fmla="*/ 4262933 w 4262932"/>
                <a:gd name="connsiteY0" fmla="*/ 608135 h 4074091"/>
                <a:gd name="connsiteX1" fmla="*/ 803336 w 4262932"/>
                <a:gd name="connsiteY1" fmla="*/ 4074092 h 4074091"/>
                <a:gd name="connsiteX2" fmla="*/ 616703 w 4262932"/>
                <a:gd name="connsiteY2" fmla="*/ 3822060 h 4074091"/>
                <a:gd name="connsiteX3" fmla="*/ 87039 w 4262932"/>
                <a:gd name="connsiteY3" fmla="*/ 2774024 h 4074091"/>
                <a:gd name="connsiteX4" fmla="*/ 95976 w 4262932"/>
                <a:gd name="connsiteY4" fmla="*/ 1613880 h 4074091"/>
                <a:gd name="connsiteX5" fmla="*/ 771866 w 4262932"/>
                <a:gd name="connsiteY5" fmla="*/ 692621 h 4074091"/>
                <a:gd name="connsiteX6" fmla="*/ 1598640 w 4262932"/>
                <a:gd name="connsiteY6" fmla="*/ 110549 h 4074091"/>
                <a:gd name="connsiteX7" fmla="*/ 2494724 w 4262932"/>
                <a:gd name="connsiteY7" fmla="*/ 28157 h 4074091"/>
                <a:gd name="connsiteX8" fmla="*/ 3809424 w 4262932"/>
                <a:gd name="connsiteY8" fmla="*/ 310669 h 4074091"/>
                <a:gd name="connsiteX9" fmla="*/ 4262933 w 4262932"/>
                <a:gd name="connsiteY9" fmla="*/ 608135 h 407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62932" h="4074091">
                  <a:moveTo>
                    <a:pt x="4262933" y="608135"/>
                  </a:moveTo>
                  <a:lnTo>
                    <a:pt x="803336" y="4074092"/>
                  </a:lnTo>
                  <a:cubicBezTo>
                    <a:pt x="737258" y="3992653"/>
                    <a:pt x="675459" y="3907595"/>
                    <a:pt x="616703" y="3822060"/>
                  </a:cubicBezTo>
                  <a:cubicBezTo>
                    <a:pt x="393942" y="3498210"/>
                    <a:pt x="196280" y="3151786"/>
                    <a:pt x="87039" y="2774024"/>
                  </a:cubicBezTo>
                  <a:cubicBezTo>
                    <a:pt x="-22298" y="2396358"/>
                    <a:pt x="-38651" y="1983354"/>
                    <a:pt x="95976" y="1613880"/>
                  </a:cubicBezTo>
                  <a:cubicBezTo>
                    <a:pt x="227655" y="1252501"/>
                    <a:pt x="492249" y="956273"/>
                    <a:pt x="771866" y="692621"/>
                  </a:cubicBezTo>
                  <a:cubicBezTo>
                    <a:pt x="1018396" y="460021"/>
                    <a:pt x="1286413" y="241994"/>
                    <a:pt x="1598640" y="110549"/>
                  </a:cubicBezTo>
                  <a:cubicBezTo>
                    <a:pt x="1895180" y="-14229"/>
                    <a:pt x="2182117" y="-20325"/>
                    <a:pt x="2494724" y="28157"/>
                  </a:cubicBezTo>
                  <a:cubicBezTo>
                    <a:pt x="2959071" y="100166"/>
                    <a:pt x="3375786" y="89308"/>
                    <a:pt x="3809424" y="310669"/>
                  </a:cubicBezTo>
                  <a:cubicBezTo>
                    <a:pt x="3970482" y="392965"/>
                    <a:pt x="4122887" y="492882"/>
                    <a:pt x="4262933" y="608135"/>
                  </a:cubicBez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D36F615-6EE9-7578-296C-4FBC1AAF2972}"/>
              </a:ext>
            </a:extLst>
          </p:cNvPr>
          <p:cNvGrpSpPr/>
          <p:nvPr userDrawn="1"/>
        </p:nvGrpSpPr>
        <p:grpSpPr>
          <a:xfrm>
            <a:off x="9478500" y="4101983"/>
            <a:ext cx="1690407" cy="1325558"/>
            <a:chOff x="6932030" y="549275"/>
            <a:chExt cx="2765542" cy="216864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D58DB70-43D9-F583-162D-92BA83034A5A}"/>
                </a:ext>
              </a:extLst>
            </p:cNvPr>
            <p:cNvSpPr/>
            <p:nvPr userDrawn="1"/>
          </p:nvSpPr>
          <p:spPr>
            <a:xfrm rot="5400000">
              <a:off x="6932030" y="5492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3A6F1CB-F24E-7E4B-0E85-4950B7069D81}"/>
                </a:ext>
              </a:extLst>
            </p:cNvPr>
            <p:cNvSpPr/>
            <p:nvPr userDrawn="1"/>
          </p:nvSpPr>
          <p:spPr>
            <a:xfrm rot="5400000">
              <a:off x="7427330" y="5492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51B335E-7380-4208-C801-79B3BF299E8D}"/>
                </a:ext>
              </a:extLst>
            </p:cNvPr>
            <p:cNvSpPr/>
            <p:nvPr userDrawn="1"/>
          </p:nvSpPr>
          <p:spPr>
            <a:xfrm rot="5400000">
              <a:off x="7922630" y="5492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608058-06EE-99A9-7E92-DA462468326B}"/>
                </a:ext>
              </a:extLst>
            </p:cNvPr>
            <p:cNvSpPr/>
            <p:nvPr userDrawn="1"/>
          </p:nvSpPr>
          <p:spPr>
            <a:xfrm rot="5400000">
              <a:off x="8417930" y="5492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400DF3D-DB8D-1C45-6960-46444894E053}"/>
                </a:ext>
              </a:extLst>
            </p:cNvPr>
            <p:cNvSpPr/>
            <p:nvPr userDrawn="1"/>
          </p:nvSpPr>
          <p:spPr>
            <a:xfrm rot="5400000">
              <a:off x="8913230" y="5492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673F7D8-83EB-8F26-1D92-D0C286E65474}"/>
                </a:ext>
              </a:extLst>
            </p:cNvPr>
            <p:cNvSpPr/>
            <p:nvPr userDrawn="1"/>
          </p:nvSpPr>
          <p:spPr>
            <a:xfrm rot="5400000">
              <a:off x="9408530" y="5492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024E46F-A3A8-57B0-83C4-B57E10F82290}"/>
                </a:ext>
              </a:extLst>
            </p:cNvPr>
            <p:cNvSpPr/>
            <p:nvPr userDrawn="1"/>
          </p:nvSpPr>
          <p:spPr>
            <a:xfrm rot="5400000">
              <a:off x="6932030" y="10191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8D124B7-984B-6A6C-E072-64576312E71F}"/>
                </a:ext>
              </a:extLst>
            </p:cNvPr>
            <p:cNvSpPr/>
            <p:nvPr userDrawn="1"/>
          </p:nvSpPr>
          <p:spPr>
            <a:xfrm rot="5400000">
              <a:off x="7427330" y="10191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610D44-3C14-FC61-0151-EFE814224497}"/>
                </a:ext>
              </a:extLst>
            </p:cNvPr>
            <p:cNvSpPr/>
            <p:nvPr userDrawn="1"/>
          </p:nvSpPr>
          <p:spPr>
            <a:xfrm rot="5400000">
              <a:off x="7922630" y="10191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954E6FC-46B8-26D4-06D5-DB84102B770E}"/>
                </a:ext>
              </a:extLst>
            </p:cNvPr>
            <p:cNvSpPr/>
            <p:nvPr userDrawn="1"/>
          </p:nvSpPr>
          <p:spPr>
            <a:xfrm rot="5400000">
              <a:off x="8417930" y="10191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118CAF4-77CA-96BD-EA49-C5484F26D573}"/>
                </a:ext>
              </a:extLst>
            </p:cNvPr>
            <p:cNvSpPr/>
            <p:nvPr userDrawn="1"/>
          </p:nvSpPr>
          <p:spPr>
            <a:xfrm rot="5400000">
              <a:off x="8913230" y="10191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D367699-E6B6-375C-7A55-0364F4A33D6F}"/>
                </a:ext>
              </a:extLst>
            </p:cNvPr>
            <p:cNvSpPr/>
            <p:nvPr userDrawn="1"/>
          </p:nvSpPr>
          <p:spPr>
            <a:xfrm rot="5400000">
              <a:off x="9408530" y="10191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EB6AAF1-CE8B-1EA4-1BCD-DCEF8EB560F8}"/>
                </a:ext>
              </a:extLst>
            </p:cNvPr>
            <p:cNvSpPr/>
            <p:nvPr userDrawn="1"/>
          </p:nvSpPr>
          <p:spPr>
            <a:xfrm rot="5400000">
              <a:off x="6932030" y="14890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EC86441-90B2-A8E5-4E00-E6415A6F0475}"/>
                </a:ext>
              </a:extLst>
            </p:cNvPr>
            <p:cNvSpPr/>
            <p:nvPr userDrawn="1"/>
          </p:nvSpPr>
          <p:spPr>
            <a:xfrm rot="5400000">
              <a:off x="7427330" y="14890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376FD17-DBD3-8DDE-99B8-94FD59E45F56}"/>
                </a:ext>
              </a:extLst>
            </p:cNvPr>
            <p:cNvSpPr/>
            <p:nvPr userDrawn="1"/>
          </p:nvSpPr>
          <p:spPr>
            <a:xfrm rot="5400000">
              <a:off x="7922630" y="14890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64A8D41-28C0-5249-1F93-CF467CB78D22}"/>
                </a:ext>
              </a:extLst>
            </p:cNvPr>
            <p:cNvSpPr/>
            <p:nvPr userDrawn="1"/>
          </p:nvSpPr>
          <p:spPr>
            <a:xfrm rot="5400000">
              <a:off x="8417930" y="14890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AA01F50-936F-E929-8863-BAEE2A9B52A6}"/>
                </a:ext>
              </a:extLst>
            </p:cNvPr>
            <p:cNvSpPr/>
            <p:nvPr userDrawn="1"/>
          </p:nvSpPr>
          <p:spPr>
            <a:xfrm rot="5400000">
              <a:off x="8913230" y="14890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B7BBFAB-C6BD-A8EF-8942-B03936908D2C}"/>
                </a:ext>
              </a:extLst>
            </p:cNvPr>
            <p:cNvSpPr/>
            <p:nvPr userDrawn="1"/>
          </p:nvSpPr>
          <p:spPr>
            <a:xfrm rot="5400000">
              <a:off x="9408530" y="14890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EFBCF00-73D2-9ED4-5F93-8E88D4D4E24D}"/>
                </a:ext>
              </a:extLst>
            </p:cNvPr>
            <p:cNvSpPr/>
            <p:nvPr userDrawn="1"/>
          </p:nvSpPr>
          <p:spPr>
            <a:xfrm rot="5400000">
              <a:off x="6932030" y="19589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39AE6F6-278B-FC76-365C-01572B593117}"/>
                </a:ext>
              </a:extLst>
            </p:cNvPr>
            <p:cNvSpPr/>
            <p:nvPr userDrawn="1"/>
          </p:nvSpPr>
          <p:spPr>
            <a:xfrm rot="5400000">
              <a:off x="7427330" y="19589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FCA4BBE-C6CC-067C-9989-4E18000E943E}"/>
                </a:ext>
              </a:extLst>
            </p:cNvPr>
            <p:cNvSpPr/>
            <p:nvPr userDrawn="1"/>
          </p:nvSpPr>
          <p:spPr>
            <a:xfrm rot="5400000">
              <a:off x="7922630" y="19589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AD4AC8D-B1C0-134F-43C1-83E780093CB0}"/>
                </a:ext>
              </a:extLst>
            </p:cNvPr>
            <p:cNvSpPr/>
            <p:nvPr userDrawn="1"/>
          </p:nvSpPr>
          <p:spPr>
            <a:xfrm rot="5400000">
              <a:off x="8417930" y="19589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DAEF73-DE87-1BEB-9812-0A0DDB8FB80B}"/>
                </a:ext>
              </a:extLst>
            </p:cNvPr>
            <p:cNvSpPr/>
            <p:nvPr userDrawn="1"/>
          </p:nvSpPr>
          <p:spPr>
            <a:xfrm rot="5400000">
              <a:off x="8913230" y="19589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4AA09C0-9B9E-7648-4489-8D384B6128DE}"/>
                </a:ext>
              </a:extLst>
            </p:cNvPr>
            <p:cNvSpPr/>
            <p:nvPr userDrawn="1"/>
          </p:nvSpPr>
          <p:spPr>
            <a:xfrm rot="5400000">
              <a:off x="9408530" y="19589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5B41331-70FB-5400-FF41-14499E2F27DE}"/>
                </a:ext>
              </a:extLst>
            </p:cNvPr>
            <p:cNvSpPr/>
            <p:nvPr userDrawn="1"/>
          </p:nvSpPr>
          <p:spPr>
            <a:xfrm rot="5400000">
              <a:off x="6932030" y="24288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6E9B550-7B31-E328-4AE8-83B3FEFBF05E}"/>
                </a:ext>
              </a:extLst>
            </p:cNvPr>
            <p:cNvSpPr/>
            <p:nvPr userDrawn="1"/>
          </p:nvSpPr>
          <p:spPr>
            <a:xfrm rot="5400000">
              <a:off x="7427330" y="24288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BC759BC-80B5-25C7-9E38-3DB6A7CC2F49}"/>
                </a:ext>
              </a:extLst>
            </p:cNvPr>
            <p:cNvSpPr/>
            <p:nvPr userDrawn="1"/>
          </p:nvSpPr>
          <p:spPr>
            <a:xfrm rot="5400000">
              <a:off x="7922630" y="24288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F946E94-151B-554D-AC19-46C2B8FD3355}"/>
                </a:ext>
              </a:extLst>
            </p:cNvPr>
            <p:cNvSpPr/>
            <p:nvPr userDrawn="1"/>
          </p:nvSpPr>
          <p:spPr>
            <a:xfrm rot="5400000">
              <a:off x="8417930" y="24288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995E635-3219-FFC6-9C04-928BBE54D360}"/>
                </a:ext>
              </a:extLst>
            </p:cNvPr>
            <p:cNvSpPr/>
            <p:nvPr userDrawn="1"/>
          </p:nvSpPr>
          <p:spPr>
            <a:xfrm rot="5400000">
              <a:off x="8913230" y="24288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97101D2-2BDC-B789-39D5-B2FD9E543E61}"/>
                </a:ext>
              </a:extLst>
            </p:cNvPr>
            <p:cNvSpPr/>
            <p:nvPr userDrawn="1"/>
          </p:nvSpPr>
          <p:spPr>
            <a:xfrm rot="5400000">
              <a:off x="9408530" y="2428875"/>
              <a:ext cx="289042" cy="289042"/>
            </a:xfrm>
            <a:prstGeom prst="ellipse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4" name="Title 3">
            <a:extLst>
              <a:ext uri="{FF2B5EF4-FFF2-40B4-BE49-F238E27FC236}">
                <a16:creationId xmlns:a16="http://schemas.microsoft.com/office/drawing/2014/main" id="{BD714C20-8981-0278-A296-E2E27B9144D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95325" y="603063"/>
            <a:ext cx="10515600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56825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Gradient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03063"/>
            <a:ext cx="6732588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6732588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8127600" y="0"/>
            <a:ext cx="406440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42000">
                <a:srgbClr val="35ADE3"/>
              </a:gs>
              <a:gs pos="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0780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79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Gradient 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308" y="603063"/>
            <a:ext cx="6732588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308" y="1449388"/>
            <a:ext cx="6732588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0" y="0"/>
            <a:ext cx="4064400" cy="685800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49000">
                <a:srgbClr val="35ADE3"/>
              </a:gs>
              <a:gs pos="0">
                <a:schemeClr val="tx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59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92">
          <p15:clr>
            <a:srgbClr val="FBAE40"/>
          </p15:clr>
        </p15:guide>
        <p15:guide id="2" pos="211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Gradient 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90124" y="603063"/>
            <a:ext cx="4703771" cy="358775"/>
          </a:xfrm>
        </p:spPr>
        <p:txBody>
          <a:bodyPr/>
          <a:lstStyle/>
          <a:p>
            <a:r>
              <a:rPr lang="en-GB"/>
              <a:t>Click to edit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0124" y="1449388"/>
            <a:ext cx="4703771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0" y="0"/>
            <a:ext cx="6094800" cy="6858000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  <a:gs pos="42000">
                <a:schemeClr val="accent4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72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1">
          <p15:clr>
            <a:srgbClr val="FBAE40"/>
          </p15:clr>
        </p15:guide>
        <p15:guide id="2" pos="3409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Gradient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603063"/>
            <a:ext cx="4703771" cy="358775"/>
          </a:xfrm>
        </p:spPr>
        <p:txBody>
          <a:bodyPr/>
          <a:lstStyle/>
          <a:p>
            <a:r>
              <a:rPr lang="en-GB"/>
              <a:t>Click to edit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4703771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2A1324-7192-99D6-DAB1-460C7570750D}"/>
              </a:ext>
            </a:extLst>
          </p:cNvPr>
          <p:cNvSpPr/>
          <p:nvPr userDrawn="1"/>
        </p:nvSpPr>
        <p:spPr>
          <a:xfrm>
            <a:off x="6097200" y="0"/>
            <a:ext cx="6094800" cy="6858000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  <a:gs pos="42000">
                <a:schemeClr val="accent4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785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1">
          <p15:clr>
            <a:srgbClr val="FBAE40"/>
          </p15:clr>
        </p15:guide>
        <p15:guide id="2" pos="3409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Mid blue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03063"/>
            <a:ext cx="6732588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6732588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8127600" y="0"/>
            <a:ext cx="40644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716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79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Mid blue 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308" y="603063"/>
            <a:ext cx="6732588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308" y="1449388"/>
            <a:ext cx="6732588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86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92">
          <p15:clr>
            <a:srgbClr val="FBAE40"/>
          </p15:clr>
        </p15:guide>
        <p15:guide id="2" pos="2116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Mid blue 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90124" y="603063"/>
            <a:ext cx="4703771" cy="358775"/>
          </a:xfrm>
        </p:spPr>
        <p:txBody>
          <a:bodyPr/>
          <a:lstStyle/>
          <a:p>
            <a:r>
              <a:rPr lang="en-GB"/>
              <a:t>Click to edit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0124" y="1449388"/>
            <a:ext cx="4703771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0" y="0"/>
            <a:ext cx="60948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005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1">
          <p15:clr>
            <a:srgbClr val="FBAE40"/>
          </p15:clr>
        </p15:guide>
        <p15:guide id="2" pos="3409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Mid blue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603063"/>
            <a:ext cx="4703771" cy="358775"/>
          </a:xfrm>
        </p:spPr>
        <p:txBody>
          <a:bodyPr/>
          <a:lstStyle/>
          <a:p>
            <a:r>
              <a:rPr lang="en-GB"/>
              <a:t>Click to edit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4703771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6097200" y="0"/>
            <a:ext cx="60948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385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1">
          <p15:clr>
            <a:srgbClr val="FBAE40"/>
          </p15:clr>
        </p15:guide>
        <p15:guide id="2" pos="3409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Light blue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03063"/>
            <a:ext cx="6732588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6732588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8127600" y="0"/>
            <a:ext cx="40644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491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79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Light blue 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308" y="603063"/>
            <a:ext cx="6732588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308" y="1449388"/>
            <a:ext cx="6732588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172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92">
          <p15:clr>
            <a:srgbClr val="FBAE40"/>
          </p15:clr>
        </p15:guide>
        <p15:guide id="2" pos="211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Light blue 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90124" y="603063"/>
            <a:ext cx="4703771" cy="358775"/>
          </a:xfrm>
        </p:spPr>
        <p:txBody>
          <a:bodyPr/>
          <a:lstStyle/>
          <a:p>
            <a:r>
              <a:rPr lang="en-GB"/>
              <a:t>Click to edit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0124" y="1449388"/>
            <a:ext cx="4703771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0" y="0"/>
            <a:ext cx="60948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64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1">
          <p15:clr>
            <a:srgbClr val="FBAE40"/>
          </p15:clr>
        </p15:guide>
        <p15:guide id="2" pos="340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Light blue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603063"/>
            <a:ext cx="4703771" cy="358775"/>
          </a:xfrm>
        </p:spPr>
        <p:txBody>
          <a:bodyPr/>
          <a:lstStyle/>
          <a:p>
            <a:r>
              <a:rPr lang="en-GB"/>
              <a:t>Click to edit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4703771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6097200" y="0"/>
            <a:ext cx="60948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959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1">
          <p15:clr>
            <a:srgbClr val="FBAE40"/>
          </p15:clr>
        </p15:guide>
        <p15:guide id="2" pos="340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Green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03063"/>
            <a:ext cx="6732588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6732588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8127600" y="0"/>
            <a:ext cx="40644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558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79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Green 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308" y="603063"/>
            <a:ext cx="6732588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308" y="1449388"/>
            <a:ext cx="6732588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0" y="0"/>
            <a:ext cx="40644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227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92">
          <p15:clr>
            <a:srgbClr val="FBAE40"/>
          </p15:clr>
        </p15:guide>
        <p15:guide id="2" pos="211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Green 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90124" y="603063"/>
            <a:ext cx="4703771" cy="358775"/>
          </a:xfrm>
        </p:spPr>
        <p:txBody>
          <a:bodyPr/>
          <a:lstStyle/>
          <a:p>
            <a:r>
              <a:rPr lang="en-GB"/>
              <a:t>Click to edit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0124" y="1449388"/>
            <a:ext cx="4703771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0" y="0"/>
            <a:ext cx="6094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534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1">
          <p15:clr>
            <a:srgbClr val="FBAE40"/>
          </p15:clr>
        </p15:guide>
        <p15:guide id="2" pos="340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Green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603063"/>
            <a:ext cx="4703771" cy="358775"/>
          </a:xfrm>
        </p:spPr>
        <p:txBody>
          <a:bodyPr/>
          <a:lstStyle/>
          <a:p>
            <a:r>
              <a:rPr lang="en-GB"/>
              <a:t>Click to edit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4703771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6097200" y="0"/>
            <a:ext cx="6094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351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1">
          <p15:clr>
            <a:srgbClr val="FBAE40"/>
          </p15:clr>
        </p15:guide>
        <p15:guide id="2" pos="3409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Navy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03063"/>
            <a:ext cx="6732588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6732588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8127600" y="0"/>
            <a:ext cx="4064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078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79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Navy 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308" y="603063"/>
            <a:ext cx="6732588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308" y="1449388"/>
            <a:ext cx="6732588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0" y="0"/>
            <a:ext cx="4064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2978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92">
          <p15:clr>
            <a:srgbClr val="FBAE40"/>
          </p15:clr>
        </p15:guide>
        <p15:guide id="2" pos="2116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Navy 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90124" y="603063"/>
            <a:ext cx="4703771" cy="358775"/>
          </a:xfrm>
        </p:spPr>
        <p:txBody>
          <a:bodyPr/>
          <a:lstStyle/>
          <a:p>
            <a:r>
              <a:rPr lang="en-GB"/>
              <a:t>Click to edit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0124" y="1449388"/>
            <a:ext cx="4703771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0" y="0"/>
            <a:ext cx="6094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163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1">
          <p15:clr>
            <a:srgbClr val="FBAE40"/>
          </p15:clr>
        </p15:guide>
        <p15:guide id="2" pos="340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Navy 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603063"/>
            <a:ext cx="4703771" cy="358775"/>
          </a:xfrm>
        </p:spPr>
        <p:txBody>
          <a:bodyPr/>
          <a:lstStyle/>
          <a:p>
            <a:r>
              <a:rPr lang="en-GB"/>
              <a:t>Click to edit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98B24D8-22AF-64B1-4B81-80262B3C7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449388"/>
            <a:ext cx="4703771" cy="4111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7553C-E49D-6519-DD4F-5EAD93CB15CB}"/>
              </a:ext>
            </a:extLst>
          </p:cNvPr>
          <p:cNvSpPr/>
          <p:nvPr userDrawn="1"/>
        </p:nvSpPr>
        <p:spPr>
          <a:xfrm>
            <a:off x="6097200" y="0"/>
            <a:ext cx="6094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785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1">
          <p15:clr>
            <a:srgbClr val="FBAE40"/>
          </p15:clr>
        </p15:guide>
        <p15:guide id="2" pos="3409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angle 9">
            <a:extLst>
              <a:ext uri="{FF2B5EF4-FFF2-40B4-BE49-F238E27FC236}">
                <a16:creationId xmlns:a16="http://schemas.microsoft.com/office/drawing/2014/main" id="{C25D2BFF-CB30-0D89-670E-A6454931A51F}"/>
              </a:ext>
            </a:extLst>
          </p:cNvPr>
          <p:cNvSpPr/>
          <p:nvPr/>
        </p:nvSpPr>
        <p:spPr>
          <a:xfrm rot="10800000">
            <a:off x="3050553" y="2267904"/>
            <a:ext cx="340852" cy="156369"/>
          </a:xfrm>
          <a:prstGeom prst="triangle">
            <a:avLst>
              <a:gd name="adj" fmla="val 23199"/>
            </a:avLst>
          </a:prstGeom>
          <a:solidFill>
            <a:srgbClr val="1B3F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49D41CCC-E76F-1819-B4D2-E1EFB6B164EE}"/>
              </a:ext>
            </a:extLst>
          </p:cNvPr>
          <p:cNvSpPr/>
          <p:nvPr/>
        </p:nvSpPr>
        <p:spPr>
          <a:xfrm rot="10800000">
            <a:off x="2667671" y="3081239"/>
            <a:ext cx="340852" cy="156369"/>
          </a:xfrm>
          <a:prstGeom prst="triangle">
            <a:avLst>
              <a:gd name="adj" fmla="val 25062"/>
            </a:avLst>
          </a:prstGeom>
          <a:solidFill>
            <a:srgbClr val="1D5A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9B136FD5-CE6E-CB06-C2A2-EAC39CCF185C}"/>
              </a:ext>
            </a:extLst>
          </p:cNvPr>
          <p:cNvSpPr/>
          <p:nvPr/>
        </p:nvSpPr>
        <p:spPr>
          <a:xfrm rot="10800000">
            <a:off x="2286092" y="3897200"/>
            <a:ext cx="340852" cy="156369"/>
          </a:xfrm>
          <a:prstGeom prst="triangle">
            <a:avLst>
              <a:gd name="adj" fmla="val 24130"/>
            </a:avLst>
          </a:prstGeom>
          <a:solidFill>
            <a:srgbClr val="1C6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1FB90112-202E-5ACC-8DC7-1560330AA2D9}"/>
              </a:ext>
            </a:extLst>
          </p:cNvPr>
          <p:cNvSpPr/>
          <p:nvPr/>
        </p:nvSpPr>
        <p:spPr>
          <a:xfrm rot="10800000">
            <a:off x="1896044" y="4710176"/>
            <a:ext cx="340852" cy="156369"/>
          </a:xfrm>
          <a:prstGeom prst="triangle">
            <a:avLst>
              <a:gd name="adj" fmla="val 22267"/>
            </a:avLst>
          </a:prstGeom>
          <a:solidFill>
            <a:srgbClr val="257A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5F960420-5C06-49FF-C13C-5DEE3116ED7F}"/>
              </a:ext>
            </a:extLst>
          </p:cNvPr>
          <p:cNvSpPr/>
          <p:nvPr/>
        </p:nvSpPr>
        <p:spPr>
          <a:xfrm rot="10800000">
            <a:off x="1517698" y="5530914"/>
            <a:ext cx="340852" cy="156369"/>
          </a:xfrm>
          <a:prstGeom prst="triangle">
            <a:avLst>
              <a:gd name="adj" fmla="val 22267"/>
            </a:avLst>
          </a:prstGeom>
          <a:solidFill>
            <a:srgbClr val="36A4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E85113E2-8F33-2229-3D35-E480B5AE0991}"/>
              </a:ext>
            </a:extLst>
          </p:cNvPr>
          <p:cNvSpPr/>
          <p:nvPr/>
        </p:nvSpPr>
        <p:spPr>
          <a:xfrm>
            <a:off x="3051604" y="1407003"/>
            <a:ext cx="808516" cy="860886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ium 5">
            <a:extLst>
              <a:ext uri="{FF2B5EF4-FFF2-40B4-BE49-F238E27FC236}">
                <a16:creationId xmlns:a16="http://schemas.microsoft.com/office/drawing/2014/main" id="{BCB7BE48-275E-57C9-9462-F1700A4AAF5C}"/>
              </a:ext>
            </a:extLst>
          </p:cNvPr>
          <p:cNvSpPr/>
          <p:nvPr/>
        </p:nvSpPr>
        <p:spPr>
          <a:xfrm>
            <a:off x="2664743" y="2475953"/>
            <a:ext cx="1570537" cy="607279"/>
          </a:xfrm>
          <a:prstGeom prst="trapezoid">
            <a:avLst>
              <a:gd name="adj" fmla="val 47184"/>
            </a:avLst>
          </a:prstGeom>
          <a:solidFill>
            <a:srgbClr val="2A83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apezium 6">
            <a:extLst>
              <a:ext uri="{FF2B5EF4-FFF2-40B4-BE49-F238E27FC236}">
                <a16:creationId xmlns:a16="http://schemas.microsoft.com/office/drawing/2014/main" id="{E017AF9F-168E-E59E-C34B-42499B3DEEF3}"/>
              </a:ext>
            </a:extLst>
          </p:cNvPr>
          <p:cNvSpPr/>
          <p:nvPr/>
        </p:nvSpPr>
        <p:spPr>
          <a:xfrm>
            <a:off x="2284560" y="3291296"/>
            <a:ext cx="2342604" cy="607279"/>
          </a:xfrm>
          <a:prstGeom prst="trapezoid">
            <a:avLst>
              <a:gd name="adj" fmla="val 46357"/>
            </a:avLst>
          </a:prstGeom>
          <a:solidFill>
            <a:srgbClr val="2A9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rapezium 7">
            <a:extLst>
              <a:ext uri="{FF2B5EF4-FFF2-40B4-BE49-F238E27FC236}">
                <a16:creationId xmlns:a16="http://schemas.microsoft.com/office/drawing/2014/main" id="{C05EFACF-7C8C-9D4F-E26D-860B075AF8A3}"/>
              </a:ext>
            </a:extLst>
          </p:cNvPr>
          <p:cNvSpPr/>
          <p:nvPr/>
        </p:nvSpPr>
        <p:spPr>
          <a:xfrm>
            <a:off x="1896044" y="4106639"/>
            <a:ext cx="3109944" cy="607279"/>
          </a:xfrm>
          <a:prstGeom prst="trapezoid">
            <a:avLst>
              <a:gd name="adj" fmla="val 48012"/>
            </a:avLst>
          </a:prstGeom>
          <a:solidFill>
            <a:srgbClr val="38B7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rapezium 8">
            <a:extLst>
              <a:ext uri="{FF2B5EF4-FFF2-40B4-BE49-F238E27FC236}">
                <a16:creationId xmlns:a16="http://schemas.microsoft.com/office/drawing/2014/main" id="{6E638DB1-575A-5672-A6D4-EC7687EB2AA7}"/>
              </a:ext>
            </a:extLst>
          </p:cNvPr>
          <p:cNvSpPr/>
          <p:nvPr/>
        </p:nvSpPr>
        <p:spPr>
          <a:xfrm>
            <a:off x="1516195" y="4921980"/>
            <a:ext cx="3879334" cy="607279"/>
          </a:xfrm>
          <a:prstGeom prst="trapezoid">
            <a:avLst>
              <a:gd name="adj" fmla="val 46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232D92A6-6E1B-DD1A-5796-E88F1D3AB5FF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351051" y="2466778"/>
            <a:ext cx="7111120" cy="607279"/>
          </a:xfrm>
        </p:spPr>
        <p:txBody>
          <a:bodyPr anchor="ctr"/>
          <a:lstStyle>
            <a:lvl2pPr marL="144000"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568B37D7-8B93-9629-7E63-B0D9FFB1B028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4725531" y="3275457"/>
            <a:ext cx="6736640" cy="607279"/>
          </a:xfrm>
        </p:spPr>
        <p:txBody>
          <a:bodyPr anchor="ctr"/>
          <a:lstStyle>
            <a:lvl2pPr marL="144000"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1D6E95AB-0B11-3B19-F66F-357F248DB498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5110923" y="4091885"/>
            <a:ext cx="6351247" cy="607279"/>
          </a:xfrm>
        </p:spPr>
        <p:txBody>
          <a:bodyPr anchor="ctr"/>
          <a:lstStyle>
            <a:lvl2pPr marL="144000"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84575394-3003-EDAD-C519-B48C398DAF5F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497072" y="4917644"/>
            <a:ext cx="5965097" cy="607279"/>
          </a:xfrm>
        </p:spPr>
        <p:txBody>
          <a:bodyPr anchor="ctr"/>
          <a:lstStyle>
            <a:lvl2pPr marL="144000"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D59EB6CF-F21B-4FE3-C98D-B9BAB6E9D6A4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191544" y="2470224"/>
            <a:ext cx="528637" cy="607279"/>
          </a:xfrm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5D9796A2-FC62-6C9E-FB2C-F0D708235350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191544" y="1649130"/>
            <a:ext cx="528637" cy="607279"/>
          </a:xfrm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2" name="Text Placeholder 49">
            <a:extLst>
              <a:ext uri="{FF2B5EF4-FFF2-40B4-BE49-F238E27FC236}">
                <a16:creationId xmlns:a16="http://schemas.microsoft.com/office/drawing/2014/main" id="{50426AC6-0AD4-D7DB-46C6-1DB901190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91544" y="3291319"/>
            <a:ext cx="528637" cy="607279"/>
          </a:xfrm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3C28D8C5-3233-8229-F226-369C007D84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91544" y="4103082"/>
            <a:ext cx="528637" cy="607279"/>
          </a:xfrm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2F5B5422-05A7-675D-AAFF-242391A162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91544" y="4924176"/>
            <a:ext cx="528637" cy="607279"/>
          </a:xfrm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5" name="Text Placeholder 41">
            <a:extLst>
              <a:ext uri="{FF2B5EF4-FFF2-40B4-BE49-F238E27FC236}">
                <a16:creationId xmlns:a16="http://schemas.microsoft.com/office/drawing/2014/main" id="{E63214C6-E918-1E5D-7E98-5F5458C56A5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81023" y="1634573"/>
            <a:ext cx="7481148" cy="607279"/>
          </a:xfrm>
        </p:spPr>
        <p:txBody>
          <a:bodyPr anchor="ctr"/>
          <a:lstStyle>
            <a:lvl2pPr marL="144000"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1E90B4C-8486-8ABA-C6AB-C337B3795AFA}"/>
              </a:ext>
            </a:extLst>
          </p:cNvPr>
          <p:cNvSpPr/>
          <p:nvPr userDrawn="1"/>
        </p:nvSpPr>
        <p:spPr>
          <a:xfrm>
            <a:off x="2261671" y="1634573"/>
            <a:ext cx="608400" cy="6084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36621" dist="12700" dir="3741831" sx="101273" sy="101273" algn="tl" rotWithShape="0">
              <a:schemeClr val="tx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B1797A1-93B5-8362-B4F9-7F7ABE135C6C}"/>
              </a:ext>
            </a:extLst>
          </p:cNvPr>
          <p:cNvSpPr/>
          <p:nvPr userDrawn="1"/>
        </p:nvSpPr>
        <p:spPr>
          <a:xfrm>
            <a:off x="1870086" y="2456974"/>
            <a:ext cx="608400" cy="6084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36621" dist="12700" dir="3741831" sx="101273" sy="101273" algn="tl" rotWithShape="0">
              <a:schemeClr val="tx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7F36D6F-2F44-5389-1782-EFD4DDF354D6}"/>
              </a:ext>
            </a:extLst>
          </p:cNvPr>
          <p:cNvSpPr/>
          <p:nvPr userDrawn="1"/>
        </p:nvSpPr>
        <p:spPr>
          <a:xfrm>
            <a:off x="1478499" y="3279375"/>
            <a:ext cx="608400" cy="6084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36621" dist="12700" dir="3741831" sx="101273" sy="101273" algn="tl" rotWithShape="0">
              <a:schemeClr val="tx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41A5F91-BCDD-D67A-06BC-CB050466060A}"/>
              </a:ext>
            </a:extLst>
          </p:cNvPr>
          <p:cNvSpPr/>
          <p:nvPr userDrawn="1"/>
        </p:nvSpPr>
        <p:spPr>
          <a:xfrm>
            <a:off x="1093090" y="4101776"/>
            <a:ext cx="608400" cy="6084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36621" dist="12700" dir="3741831" sx="101273" sy="101273" algn="tl" rotWithShape="0">
              <a:schemeClr val="tx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01E4823-1B83-1D42-5470-CDECEAC01E66}"/>
              </a:ext>
            </a:extLst>
          </p:cNvPr>
          <p:cNvSpPr/>
          <p:nvPr userDrawn="1"/>
        </p:nvSpPr>
        <p:spPr>
          <a:xfrm>
            <a:off x="707681" y="4924176"/>
            <a:ext cx="608400" cy="6084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36621" dist="12700" dir="3741831" sx="101273" sy="101273" algn="tl" rotWithShape="0">
              <a:schemeClr val="tx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000">
              <a:solidFill>
                <a:schemeClr val="tx1"/>
              </a:solidFill>
              <a:latin typeface="Cabinet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00319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76899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18">
          <p15:clr>
            <a:srgbClr val="C35EA4"/>
          </p15:clr>
        </p15:guide>
        <p15:guide id="2" pos="1582">
          <p15:clr>
            <a:srgbClr val="C35EA4"/>
          </p15:clr>
        </p15:guide>
        <p15:guide id="3" pos="2664">
          <p15:clr>
            <a:srgbClr val="C35EA4"/>
          </p15:clr>
        </p15:guide>
        <p15:guide id="4" pos="2727">
          <p15:clr>
            <a:srgbClr val="C35EA4"/>
          </p15:clr>
        </p15:guide>
        <p15:guide id="5" pos="4957">
          <p15:clr>
            <a:srgbClr val="C35EA4"/>
          </p15:clr>
        </p15:guide>
        <p15:guide id="6" pos="5019">
          <p15:clr>
            <a:srgbClr val="C35EA4"/>
          </p15:clr>
        </p15:guide>
        <p15:guide id="7" pos="6102">
          <p15:clr>
            <a:srgbClr val="C35EA4"/>
          </p15:clr>
        </p15:guide>
        <p15:guide id="8" pos="6163">
          <p15:clr>
            <a:srgbClr val="C35EA4"/>
          </p15:clr>
        </p15:guide>
        <p15:guide id="9" pos="3809">
          <p15:clr>
            <a:srgbClr val="C35EA4"/>
          </p15:clr>
        </p15:guide>
        <p15:guide id="10" pos="3871">
          <p15:clr>
            <a:srgbClr val="C35EA4"/>
          </p15:clr>
        </p15:guide>
        <p15:guide id="11" orient="horz" pos="1729">
          <p15:clr>
            <a:srgbClr val="C35EA4"/>
          </p15:clr>
        </p15:guide>
        <p15:guide id="12" orient="horz" pos="1810">
          <p15:clr>
            <a:srgbClr val="C35EA4"/>
          </p15:clr>
        </p15:guide>
        <p15:guide id="13" orient="horz" pos="2627">
          <p15:clr>
            <a:srgbClr val="C35EA4"/>
          </p15:clr>
        </p15:guide>
        <p15:guide id="14" orient="horz" pos="2707">
          <p15:clr>
            <a:srgbClr val="C35E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ogo, company name  Description automatically generated">
            <a:extLst>
              <a:ext uri="{FF2B5EF4-FFF2-40B4-BE49-F238E27FC236}">
                <a16:creationId xmlns:a16="http://schemas.microsoft.com/office/drawing/2014/main" id="{4239DA6C-67C3-18B5-4BC4-77E1E6A848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324" y="6001882"/>
            <a:ext cx="1045793" cy="42868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349B91D-B9A5-99A1-B5C6-8C2308628EFF}"/>
              </a:ext>
            </a:extLst>
          </p:cNvPr>
          <p:cNvSpPr/>
          <p:nvPr userDrawn="1"/>
        </p:nvSpPr>
        <p:spPr>
          <a:xfrm>
            <a:off x="0" y="5589588"/>
            <a:ext cx="12279077" cy="1268412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3000">
                <a:schemeClr val="accent4"/>
              </a:gs>
              <a:gs pos="99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08869FA-4CED-15DE-506A-844EE4779376}"/>
              </a:ext>
            </a:extLst>
          </p:cNvPr>
          <p:cNvGrpSpPr/>
          <p:nvPr userDrawn="1"/>
        </p:nvGrpSpPr>
        <p:grpSpPr>
          <a:xfrm rot="16200000">
            <a:off x="9645125" y="-1023122"/>
            <a:ext cx="488474" cy="4605276"/>
            <a:chOff x="9448655" y="1144729"/>
            <a:chExt cx="488474" cy="460527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8E62245-428E-0DB4-667B-4C2EF81FDC22}"/>
                </a:ext>
              </a:extLst>
            </p:cNvPr>
            <p:cNvSpPr/>
            <p:nvPr/>
          </p:nvSpPr>
          <p:spPr>
            <a:xfrm rot="5400000">
              <a:off x="9448655" y="1144729"/>
              <a:ext cx="289042" cy="289042"/>
            </a:xfrm>
            <a:prstGeom prst="ellipse">
              <a:avLst/>
            </a:prstGeom>
            <a:noFill/>
            <a:ln w="889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9F14989-283D-1C6E-14DF-6A58611E2E2B}"/>
                </a:ext>
              </a:extLst>
            </p:cNvPr>
            <p:cNvCxnSpPr>
              <a:cxnSpLocks/>
            </p:cNvCxnSpPr>
            <p:nvPr/>
          </p:nvCxnSpPr>
          <p:spPr>
            <a:xfrm>
              <a:off x="9593177" y="1433772"/>
              <a:ext cx="0" cy="4316232"/>
            </a:xfrm>
            <a:prstGeom prst="line">
              <a:avLst/>
            </a:prstGeom>
            <a:ln w="88900" cap="rnd">
              <a:gradFill flip="none" rotWithShape="1">
                <a:gsLst>
                  <a:gs pos="0">
                    <a:schemeClr val="tx2"/>
                  </a:gs>
                  <a:gs pos="53000">
                    <a:schemeClr val="accent4"/>
                  </a:gs>
                  <a:gs pos="98000">
                    <a:srgbClr val="49DDB7"/>
                  </a:gs>
                </a:gsLst>
                <a:lin ang="540000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D2FB26F-C550-1C71-B9F4-DCA3DE923945}"/>
                </a:ext>
              </a:extLst>
            </p:cNvPr>
            <p:cNvCxnSpPr>
              <a:cxnSpLocks/>
            </p:cNvCxnSpPr>
            <p:nvPr/>
          </p:nvCxnSpPr>
          <p:spPr>
            <a:xfrm>
              <a:off x="9937129" y="2271975"/>
              <a:ext cx="0" cy="3478030"/>
            </a:xfrm>
            <a:prstGeom prst="line">
              <a:avLst/>
            </a:prstGeom>
            <a:ln w="88900" cap="rnd">
              <a:gradFill flip="none" rotWithShape="1">
                <a:gsLst>
                  <a:gs pos="0">
                    <a:schemeClr val="tx2"/>
                  </a:gs>
                  <a:gs pos="53000">
                    <a:schemeClr val="accent4"/>
                  </a:gs>
                  <a:gs pos="98000">
                    <a:srgbClr val="49DDB7"/>
                  </a:gs>
                </a:gsLst>
                <a:lin ang="5400000" scaled="1"/>
                <a:tileRect/>
              </a:gra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0D01752-A0AF-21C4-693A-8FB224EB8C5B}"/>
              </a:ext>
            </a:extLst>
          </p:cNvPr>
          <p:cNvSpPr/>
          <p:nvPr userDrawn="1"/>
        </p:nvSpPr>
        <p:spPr>
          <a:xfrm>
            <a:off x="3842559" y="6038681"/>
            <a:ext cx="4506884" cy="428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0" i="0" err="1">
                <a:solidFill>
                  <a:schemeClr val="bg1"/>
                </a:solidFill>
                <a:latin typeface="+mn-lt"/>
              </a:rPr>
              <a:t>enquiries@wearedcs.com</a:t>
            </a:r>
            <a:endParaRPr lang="en-GB" sz="1500" b="0" i="0">
              <a:solidFill>
                <a:schemeClr val="bg1"/>
              </a:solidFill>
              <a:latin typeface="+mn-lt"/>
            </a:endParaRPr>
          </a:p>
          <a:p>
            <a:pPr algn="ctr"/>
            <a:r>
              <a:rPr lang="en-GB" sz="1500" b="0" i="0">
                <a:solidFill>
                  <a:schemeClr val="bg1"/>
                </a:solidFill>
                <a:latin typeface="+mn-lt"/>
              </a:rPr>
              <a:t>+ 44 (0)20 3005 4856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36A718-523E-7EC2-1863-E55BC5AB2DD8}"/>
              </a:ext>
            </a:extLst>
          </p:cNvPr>
          <p:cNvSpPr txBox="1"/>
          <p:nvPr userDrawn="1"/>
        </p:nvSpPr>
        <p:spPr>
          <a:xfrm>
            <a:off x="3874295" y="2634450"/>
            <a:ext cx="44434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>
                <a:solidFill>
                  <a:schemeClr val="tx1"/>
                </a:solidFill>
              </a:rPr>
              <a:t>Thank you</a:t>
            </a:r>
          </a:p>
        </p:txBody>
      </p:sp>
      <p:pic>
        <p:nvPicPr>
          <p:cNvPr id="24" name="Picture 23" descr="Logo, company name  Description automatically generated">
            <a:extLst>
              <a:ext uri="{FF2B5EF4-FFF2-40B4-BE49-F238E27FC236}">
                <a16:creationId xmlns:a16="http://schemas.microsoft.com/office/drawing/2014/main" id="{118D439E-0A62-C0B7-21DA-1C131466D6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325" y="6001882"/>
            <a:ext cx="1045793" cy="42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17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rk Blu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48DDD4-A23E-22AA-137A-5DDDC04E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6" name="Picture 5" descr="Logo, company name  Description automatically generated">
            <a:extLst>
              <a:ext uri="{FF2B5EF4-FFF2-40B4-BE49-F238E27FC236}">
                <a16:creationId xmlns:a16="http://schemas.microsoft.com/office/drawing/2014/main" id="{20430E20-B18E-617D-EC0A-E08FC8AFBF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325" y="6001883"/>
            <a:ext cx="1045793" cy="42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68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449389"/>
            <a:ext cx="10801350" cy="4392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750A286-84E1-2743-9851-DBA31C9E7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4989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45E0592-16A3-6C47-B3F4-79A4DADC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599" y="6334128"/>
            <a:ext cx="358599" cy="263471"/>
          </a:xfrm>
          <a:prstGeom prst="rect">
            <a:avLst/>
          </a:prstGeom>
        </p:spPr>
        <p:txBody>
          <a:bodyPr/>
          <a:lstStyle>
            <a:lvl1pPr algn="l">
              <a:defRPr b="1" i="0">
                <a:latin typeface="Century Gothic" panose="020B0502020202020204" pitchFamily="34" charset="0"/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9C3A19-1701-CB41-A94D-A971F4EFFEA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>
              <a:solidFill>
                <a:srgbClr val="6400AA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8CD5E-6DDE-F843-A2ED-735B3D5D1A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624208-EA8E-EF41-B3CA-D8FA738CCB46}" type="datetime8">
              <a:rPr lang="en-GB" smtClean="0"/>
              <a:t>20/10/2025 02:25</a:t>
            </a:fld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260105-F74C-4C55-B71D-328336EDA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55" y="180368"/>
            <a:ext cx="11451629" cy="7940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D653171-2370-4DE5-944A-1FDDF5D1B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99" y="1118863"/>
            <a:ext cx="11482184" cy="50534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5152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05752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829102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81AA90-2075-F6FC-5E4A-2C2D9B4C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03063"/>
            <a:ext cx="10801350" cy="35877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D77DC6-D326-3D5D-C23F-5762209201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325" y="1067206"/>
            <a:ext cx="10801350" cy="212259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Cabinet Grotesk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9422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Conten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209CD6-697F-C562-D618-AF565DC15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456531"/>
            <a:ext cx="1080135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C1A2D0-EFA9-85E8-8C4E-80FD54EC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031379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5" y="603063"/>
            <a:ext cx="10515600" cy="3587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5325" y="1449388"/>
            <a:ext cx="10801350" cy="41116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5" name="Picture 4" descr="A picture containing company name  Description automatically generated">
            <a:extLst>
              <a:ext uri="{FF2B5EF4-FFF2-40B4-BE49-F238E27FC236}">
                <a16:creationId xmlns:a16="http://schemas.microsoft.com/office/drawing/2014/main" id="{B6535292-CA8D-1051-4B9D-A53B06A1AB06}"/>
              </a:ext>
            </a:extLst>
          </p:cNvPr>
          <p:cNvPicPr>
            <a:picLocks noChangeAspect="1"/>
          </p:cNvPicPr>
          <p:nvPr userDrawn="1"/>
        </p:nvPicPr>
        <p:blipFill>
          <a:blip r:embed="rId6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325" y="6003429"/>
            <a:ext cx="1045793" cy="42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0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Cabinet Grotesk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400" b="1" i="0" kern="1200">
          <a:solidFill>
            <a:schemeClr val="tx1"/>
          </a:solidFill>
          <a:latin typeface="Cabinet Grotesk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44000" indent="-14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460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050" b="0" i="0" kern="1200">
          <a:solidFill>
            <a:schemeClr val="accent6"/>
          </a:solidFill>
          <a:latin typeface="Cabinet Grotesk Ligh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38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913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pos="7242">
          <p15:clr>
            <a:srgbClr val="F26B43"/>
          </p15:clr>
        </p15:guide>
        <p15:guide id="7" orient="horz" pos="352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0D918C-D6ED-786B-C783-F80BF466A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350" y="2462772"/>
            <a:ext cx="9552810" cy="16557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3200" b="1">
                <a:ea typeface="+mj-ea"/>
                <a:cs typeface="+mj-cs"/>
              </a:rPr>
              <a:t>CDH Bridge — Closing the Data Gap in Pega CDH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3F2D7B-C905-6BB9-99BC-4044D40B0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8350" y="5221224"/>
            <a:ext cx="2139315" cy="458251"/>
          </a:xfrm>
        </p:spPr>
        <p:txBody>
          <a:bodyPr>
            <a:normAutofit/>
          </a:bodyPr>
          <a:lstStyle/>
          <a:p>
            <a:pPr>
              <a:spcBef>
                <a:spcPts val="500"/>
              </a:spcBef>
              <a:spcAft>
                <a:spcPts val="50"/>
              </a:spcAft>
            </a:pPr>
            <a:r>
              <a:rPr lang="en-GB">
                <a:latin typeface="+mj-lt"/>
                <a:cs typeface="Segoe UI"/>
              </a:rPr>
              <a:t>Real-Time Customer Data Platform for Pega CDH | DCS | wearedcs.com | 2026</a:t>
            </a:r>
            <a:endParaRPr lang="en-GB" b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9580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sz="2200"/>
              <a:t>Pega CDH Is Only As Smart As the Data It Receives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400" b="1"/>
              <a:t>The problem every Pega CDH customer faces</a:t>
            </a:r>
          </a:p>
          <a:p>
            <a:r>
              <a:rPr lang="en-GB" sz="1200"/>
              <a:t>●  24–48 hour data latency — NBA decisions made on yesterday’s behaviour</a:t>
            </a:r>
          </a:p>
          <a:p>
            <a:r>
              <a:rPr lang="en-GB" sz="1200"/>
              <a:t>●  Siloed data — CRM, DWH, CCaaS and web all disconnected. CDH sees none of it.</a:t>
            </a:r>
          </a:p>
          <a:p>
            <a:r>
              <a:rPr lang="en-GB" sz="1200"/>
              <a:t>●  No native CDP — customers spend $2–5M in SI fees to build data plumbing manually</a:t>
            </a:r>
          </a:p>
          <a:p>
            <a:r>
              <a:rPr lang="en-GB" sz="1100" i="1"/>
              <a:t>“Only 17% of Pega CDH deployments achieve high real-time personalisation” — Forrester 2024</a:t>
            </a:r>
          </a:p>
        </p:txBody>
      </p:sp>
      <p:sp>
        <p:nvSpPr>
          <p:cNvPr id="10" name="NavyStat"/>
          <p:cNvSpPr/>
          <p:nvPr/>
        </p:nvSpPr>
        <p:spPr>
          <a:xfrm>
            <a:off x="6766800" y="1371600"/>
            <a:ext cx="48006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GB" sz="8000" b="1">
                <a:solidFill>
                  <a:srgbClr val="FFFFFF"/>
                </a:solidFill>
              </a:rPr>
              <a:t>17%</a:t>
            </a:r>
          </a:p>
          <a:p>
            <a:r>
              <a:rPr lang="en-GB" sz="1600">
                <a:solidFill>
                  <a:srgbClr val="FFFFFF"/>
                </a:solidFill>
              </a:rPr>
              <a:t>of Pega CDH deployments</a:t>
            </a:r>
          </a:p>
          <a:p>
            <a:r>
              <a:rPr lang="en-GB" sz="1600">
                <a:solidFill>
                  <a:srgbClr val="FFFFFF"/>
                </a:solidFill>
              </a:rPr>
              <a:t>achieve high real-time</a:t>
            </a:r>
          </a:p>
          <a:p>
            <a:r>
              <a:rPr lang="en-GB" sz="1600">
                <a:solidFill>
                  <a:srgbClr val="FFFFFF"/>
                </a:solidFill>
              </a:rPr>
              <a:t>personalisation today</a:t>
            </a:r>
          </a:p>
          <a:p>
            <a:r>
              <a:rPr lang="en-GB" sz="1000" i="1">
                <a:solidFill>
                  <a:srgbClr val="49DEB6"/>
                </a:solidFill>
              </a:rPr>
              <a:t>— Forrester Research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Every Pega CDH Customer Has This Gap</a:t>
            </a:r>
          </a:p>
        </p:txBody>
      </p:sp>
      <p:sp>
        <p:nvSpPr>
          <p:cNvPr id="3" name="Badge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b="1"/>
              <a:t>01</a:t>
            </a:r>
          </a:p>
        </p:txBody>
      </p:sp>
      <p:sp>
        <p:nvSpPr>
          <p:cNvPr id="4" name="Body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2400" b="1"/>
              <a:t>1,000+</a:t>
            </a:r>
          </a:p>
          <a:p>
            <a:r>
              <a:rPr lang="en-GB" sz="1200"/>
              <a:t>Global enterprises running Pega CDH today</a:t>
            </a:r>
          </a:p>
        </p:txBody>
      </p:sp>
      <p:sp>
        <p:nvSpPr>
          <p:cNvPr id="5" name="Badge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/>
              <a:t>02</a:t>
            </a:r>
          </a:p>
        </p:txBody>
      </p:sp>
      <p:sp>
        <p:nvSpPr>
          <p:cNvPr id="6" name="Body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sz="2400" b="1"/>
              <a:t>$2–5M</a:t>
            </a:r>
          </a:p>
          <a:p>
            <a:r>
              <a:rPr lang="en-GB" sz="1200"/>
              <a:t>Average SI cost to build CDH data integration per client</a:t>
            </a:r>
          </a:p>
        </p:txBody>
      </p:sp>
      <p:sp>
        <p:nvSpPr>
          <p:cNvPr id="7" name="Badge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b="1"/>
              <a:t>03</a:t>
            </a:r>
          </a:p>
        </p:txBody>
      </p:sp>
      <p:sp>
        <p:nvSpPr>
          <p:cNvPr id="8" name="Body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sz="2400" b="1"/>
              <a:t>12%</a:t>
            </a:r>
          </a:p>
          <a:p>
            <a:r>
              <a:rPr lang="en-GB" sz="1200"/>
              <a:t>Average NBA acceptance rate without real-time customer data</a:t>
            </a:r>
          </a:p>
        </p:txBody>
      </p:sp>
      <p:sp>
        <p:nvSpPr>
          <p:cNvPr id="9" name="Badge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b="1"/>
              <a:t>04</a:t>
            </a:r>
          </a:p>
        </p:txBody>
      </p:sp>
      <p:sp>
        <p:nvSpPr>
          <p:cNvPr id="10" name="Body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sz="2400" b="1"/>
              <a:t>+23%</a:t>
            </a:r>
          </a:p>
          <a:p>
            <a:r>
              <a:rPr lang="en-GB" sz="1200"/>
              <a:t>Improvement with CDH Bridge unified real-time profiles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CDH Bridge — The Missing Data Layer for Pega CDH</a:t>
            </a:r>
          </a:p>
        </p:txBody>
      </p:sp>
      <p:sp>
        <p:nvSpPr>
          <p:cNvPr id="3" name="Badge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b="1"/>
              <a:t>01</a:t>
            </a:r>
          </a:p>
        </p:txBody>
      </p:sp>
      <p:sp>
        <p:nvSpPr>
          <p:cNvPr id="4" name="Body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sz="1600" b="1"/>
              <a:t>Live in 30 Days</a:t>
            </a:r>
          </a:p>
          <a:p>
            <a:r>
              <a:rPr lang="en-GB" sz="1200"/>
              <a:t>Pre-built connectors. No custom SI build required. First CDH event in 30 minutes.</a:t>
            </a:r>
          </a:p>
        </p:txBody>
      </p:sp>
      <p:sp>
        <p:nvSpPr>
          <p:cNvPr id="5" name="Badge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b="1"/>
              <a:t>02</a:t>
            </a:r>
          </a:p>
        </p:txBody>
      </p:sp>
      <p:sp>
        <p:nvSpPr>
          <p:cNvPr id="6" name="Body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sz="1600" b="1"/>
              <a:t>Sub-100ms Latency</a:t>
            </a:r>
          </a:p>
          <a:p>
            <a:r>
              <a:rPr lang="en-GB" sz="1200"/>
              <a:t>Redis-backed unified profiles served to Pega CDH before each NBA decision.</a:t>
            </a:r>
          </a:p>
        </p:txBody>
      </p:sp>
      <p:sp>
        <p:nvSpPr>
          <p:cNvPr id="7" name="Badge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b="1"/>
              <a:t>03</a:t>
            </a:r>
          </a:p>
        </p:txBody>
      </p:sp>
      <p:sp>
        <p:nvSpPr>
          <p:cNvPr id="8" name="Body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sz="1600" b="1"/>
              <a:t>15 Connectors</a:t>
            </a:r>
          </a:p>
          <a:p>
            <a:r>
              <a:rPr lang="en-GB" sz="1200"/>
              <a:t>Salesforce, Snowflake, SAP CX, Genesys, MS Dynamics, S3 and more. Plug in, not build in.</a:t>
            </a:r>
          </a:p>
        </p:txBody>
      </p:sp>
      <p:sp>
        <p:nvSpPr>
          <p:cNvPr id="9" name="Badge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b="1"/>
              <a:t>04</a:t>
            </a:r>
          </a:p>
        </p:txBody>
      </p:sp>
      <p:sp>
        <p:nvSpPr>
          <p:cNvPr id="10" name="Body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sz="1600" b="1"/>
              <a:t>Pega-Native</a:t>
            </a:r>
          </a:p>
          <a:p>
            <a:r>
              <a:rPr lang="en-GB" sz="1200"/>
              <a:t>Auto-maps to CDH Interaction History schema. Built for all 4 CDH integration 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The CDH Bridge Architecture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/>
              <a:t>Real-time data flows from any source to Pega CDH in under 100ms</a:t>
            </a:r>
          </a:p>
        </p:txBody>
      </p:sp>
      <p:sp>
        <p:nvSpPr>
          <p:cNvPr id="4" name="ArchContent"/>
          <p:cNvSpPr/>
          <p:nvPr/>
        </p:nvSpPr>
        <p:spPr>
          <a:xfrm>
            <a:off x="457200" y="1828800"/>
            <a:ext cx="111420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GB" sz="1100" b="1"/>
              <a:t>DATA SOURCES          CDH BRIDGE              PEGA CDH              OUTCOMES</a:t>
            </a:r>
          </a:p>
          <a:p>
            <a:r>
              <a:rPr lang="en-GB" sz="1100"/>
              <a:t>Salesforce CRM        Event Collector         Interaction History    +23% NBA lift</a:t>
            </a:r>
          </a:p>
          <a:p>
            <a:r>
              <a:rPr lang="en-GB" sz="1100"/>
              <a:t>Snowflake DW          Profile Router          Customer Profile       &lt;100ms latency</a:t>
            </a:r>
          </a:p>
          <a:p>
            <a:r>
              <a:rPr lang="en-GB" sz="1100"/>
              <a:t>Genesys CCaaS         Identity Resolution     NBA Engine             94% match rate</a:t>
            </a:r>
          </a:p>
          <a:p>
            <a:r>
              <a:rPr lang="en-GB" sz="1100"/>
              <a:t>Web / Mobile SDK      Consent Layer           Adaptive Models        30-day go-live</a:t>
            </a:r>
          </a:p>
          <a:p>
            <a:r>
              <a:rPr lang="en-GB" sz="1100"/>
              <a:t>SAP / S3              15-Connector Pack       Decision Analytics     GDPR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Five Features. One Product. Zero Custom Build.</a:t>
            </a:r>
          </a:p>
        </p:txBody>
      </p:sp>
      <p:sp>
        <p:nvSpPr>
          <p:cNvPr id="3" name="Body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b="1" sz="1200" dirty="0"/>
              <a:t>Event Collector</a:t>
            </a:r>
          </a:p>
          <a:p>
            <a:r>
              <a:rPr lang="en-GB" sz="1200" dirty="0"/>
              <a:t>2KB JS snippet. Auto-maps events to CDH IH schema. Web, mobile and server-side.</a:t>
            </a:r>
          </a:p>
        </p:txBody>
      </p:sp>
      <p:sp>
        <p:nvSpPr>
          <p:cNvPr id="4" name="Badge1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GB" dirty="0"/>
              <a:t>01</a:t>
            </a:r>
          </a:p>
        </p:txBody>
      </p:sp>
      <p:sp>
        <p:nvSpPr>
          <p:cNvPr id="5" name="Body2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GB" b="1" sz="1200" dirty="0"/>
              <a:t>Profile Router</a:t>
            </a:r>
          </a:p>
          <a:p>
            <a:r>
              <a:rPr lang="en-GB" sz="1200" dirty="0"/>
              <a:t>Redis &lt;100ms reads. 15 source connectors. Unified profiles served to CDH on demand.</a:t>
            </a:r>
          </a:p>
        </p:txBody>
      </p:sp>
      <p:sp>
        <p:nvSpPr>
          <p:cNvPr id="6" name="Badge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dirty="0"/>
              <a:t>02</a:t>
            </a:r>
          </a:p>
        </p:txBody>
      </p:sp>
      <p:sp>
        <p:nvSpPr>
          <p:cNvPr id="7" name="Body3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GB" b="1" sz="1200" dirty="0"/>
              <a:t>Feedback Loop</a:t>
            </a:r>
          </a:p>
          <a:p>
            <a:r>
              <a:rPr lang="en-GB" sz="1200" dirty="0"/>
              <a:t>NBA outcomes feed back to profiles. CDH Adaptive Models train faster with richer context.</a:t>
            </a:r>
          </a:p>
        </p:txBody>
      </p:sp>
      <p:sp>
        <p:nvSpPr>
          <p:cNvPr id="8" name="Badge3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GB" dirty="0"/>
              <a:t>03</a:t>
            </a:r>
          </a:p>
        </p:txBody>
      </p:sp>
      <p:sp>
        <p:nvSpPr>
          <p:cNvPr id="9" name="Body4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GB" b="1" sz="1200" dirty="0"/>
              <a:t>Consent Layer</a:t>
            </a:r>
          </a:p>
          <a:p>
            <a:r>
              <a:rPr lang="en-GB" sz="1200" dirty="0"/>
              <a:t>Single opt-out to CDH + 12 systems in &lt;500ms. GDPR, CCPA and PDPA compliant.</a:t>
            </a:r>
          </a:p>
        </p:txBody>
      </p:sp>
      <p:sp>
        <p:nvSpPr>
          <p:cNvPr id="10" name="Badge4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GB" dirty="0"/>
              <a:t>04</a:t>
            </a:r>
          </a:p>
        </p:txBody>
      </p:sp>
      <p:sp>
        <p:nvSpPr>
          <p:cNvPr id="11" name="Body5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en-GB" b="1" sz="1200" dirty="0"/>
              <a:t>Connector Pack</a:t>
            </a:r>
          </a:p>
          <a:p>
            <a:r>
              <a:rPr lang="en-GB" sz="1200" dirty="0"/>
              <a:t>Salesforce, Snowflake, SAP, Genesys, Dynamics, S3, ServiceNow and more.</a:t>
            </a:r>
          </a:p>
        </p:txBody>
      </p:sp>
      <p:sp>
        <p:nvSpPr>
          <p:cNvPr id="12" name="Badge5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GB" dirty="0"/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Production-Grade Identity Resolution Built In</a:t>
            </a:r>
          </a:p>
        </p:txBody>
      </p:sp>
      <p:sp>
        <p:nvSpPr>
          <p:cNvPr id="3" name="Body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b="1" sz="1400" dirty="0"/>
              <a:t>TIER 1 — DETERMINISTIC</a:t>
            </a:r>
          </a:p>
          <a:p>
            <a:r>
              <a:rPr lang="en-GB" sz="1200" dirty="0"/>
              <a:t>Confidence: 1.0 → Auto-Merge</a:t>
            </a:r>
          </a:p>
          <a:p>
            <a:r>
              <a:rPr lang="en-GB" sz="1100" dirty="0"/>
              <a:t>● Exact email match</a:t>
            </a:r>
          </a:p>
          <a:p>
            <a:r>
              <a:rPr lang="en-GB" sz="1100" dirty="0"/>
              <a:t>● Exact phone match</a:t>
            </a:r>
          </a:p>
          <a:p>
            <a:r>
              <a:rPr lang="en-GB" sz="1100" dirty="0"/>
              <a:t>● CRM / external ID</a:t>
            </a:r>
          </a:p>
          <a:p>
            <a:r>
              <a:rPr lang="en-GB" sz="1100" dirty="0"/>
              <a:t>● Device ID match</a:t>
            </a:r>
          </a:p>
          <a:p>
            <a:r>
              <a:rPr lang="en-GB" i="1" sz="1100" dirty="0"/>
              <a:t>Result: Auto-merged immediately</a:t>
            </a:r>
          </a:p>
        </p:txBody>
      </p:sp>
      <p:sp>
        <p:nvSpPr>
          <p:cNvPr id="4" name="Badge1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GB" dirty="0"/>
              <a:t>01</a:t>
            </a:r>
          </a:p>
        </p:txBody>
      </p:sp>
      <p:sp>
        <p:nvSpPr>
          <p:cNvPr id="5" name="Body2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GB" b="1" sz="1400" dirty="0"/>
              <a:t>TIER 2 — PROBABILISTIC</a:t>
            </a:r>
          </a:p>
          <a:p>
            <a:r>
              <a:rPr lang="en-GB" sz="1200" dirty="0"/>
              <a:t>Confidence: 0.75–0.94 → Review Queue</a:t>
            </a:r>
          </a:p>
          <a:p>
            <a:r>
              <a:rPr lang="en-GB" sz="1100" dirty="0"/>
              <a:t>● Name + DOB + postcode</a:t>
            </a:r>
          </a:p>
          <a:p>
            <a:r>
              <a:rPr lang="en-GB" sz="1100" dirty="0"/>
              <a:t>● Browser fingerprint</a:t>
            </a:r>
          </a:p>
          <a:p>
            <a:r>
              <a:rPr lang="en-GB" sz="1100" dirty="0"/>
              <a:t>● Fuzzy name matching</a:t>
            </a:r>
          </a:p>
          <a:p>
            <a:r>
              <a:rPr lang="en-GB" sz="1100" dirty="0"/>
              <a:t>● Multi-signal composite</a:t>
            </a:r>
          </a:p>
          <a:p>
            <a:r>
              <a:rPr lang="en-GB" i="1" sz="1100" dirty="0"/>
              <a:t>Result: Human review before merge</a:t>
            </a:r>
          </a:p>
        </p:txBody>
      </p:sp>
      <p:sp>
        <p:nvSpPr>
          <p:cNvPr id="6" name="Badge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dirty="0"/>
              <a:t>02</a:t>
            </a:r>
          </a:p>
        </p:txBody>
      </p:sp>
      <p:sp>
        <p:nvSpPr>
          <p:cNvPr id="7" name="Body3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en-GB" b="1" sz="1400" dirty="0"/>
              <a:t>TIER 3 — ANON STITCH</a:t>
            </a:r>
          </a:p>
          <a:p>
            <a:r>
              <a:rPr lang="en-GB" sz="1200" dirty="0"/>
              <a:t>On login event → Instant</a:t>
            </a:r>
          </a:p>
          <a:p>
            <a:r>
              <a:rPr lang="en-GB" sz="1100" dirty="0"/>
              <a:t>● Visitor browses with cookieId</a:t>
            </a:r>
          </a:p>
          <a:p>
            <a:r>
              <a:rPr lang="en-GB" sz="1100" dirty="0"/>
              <a:t>● Login fires both identifiers</a:t>
            </a:r>
          </a:p>
          <a:p>
            <a:r>
              <a:rPr lang="en-GB" sz="1100" dirty="0"/>
              <a:t>● Pre-login events stitch to profile</a:t>
            </a:r>
          </a:p>
          <a:p>
            <a:r>
              <a:rPr lang="en-GB" sz="1100" dirty="0"/>
              <a:t>● CDH gets full journey context</a:t>
            </a:r>
          </a:p>
          <a:p>
            <a:r>
              <a:rPr lang="en-GB" b="1" sz="1100" dirty="0"/>
              <a:t>94.2% match rate in production</a:t>
            </a:r>
          </a:p>
        </p:txBody>
      </p:sp>
      <p:sp>
        <p:nvSpPr>
          <p:cNvPr id="8" name="Badge3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GB" dirty="0"/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Measured Impact for Pega CDH Customers</a:t>
            </a:r>
          </a:p>
        </p:txBody>
      </p:sp>
      <p:sp>
        <p:nvSpPr>
          <p:cNvPr id="3" name="Col1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GB" b="1" sz="2200" dirty="0"/>
              <a:t>12% → 35%</a:t>
            </a:r>
          </a:p>
          <a:p>
            <a:r>
              <a:rPr lang="en-GB" b="1" sz="1400" dirty="0"/>
              <a:t>+192% lift</a:t>
            </a:r>
          </a:p>
          <a:p>
            <a:r>
              <a:rPr lang="en-GB" sz="1200" dirty="0"/>
              <a:t>NBA Acceptance Rate</a:t>
            </a:r>
          </a:p>
          <a:p>
            <a:r>
              <a:rPr lang="en-GB" i="1" sz="1000" dirty="0"/>
              <a:t>Citadele Banka Latvia — DCS</a:t>
            </a:r>
          </a:p>
        </p:txBody>
      </p:sp>
      <p:sp>
        <p:nvSpPr>
          <p:cNvPr id="4" name="Col2"/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r>
              <a:rPr lang="en-GB" b="1" sz="2200" dirty="0"/>
              <a:t>48h → 34ms</a:t>
            </a:r>
          </a:p>
          <a:p>
            <a:r>
              <a:rPr lang="en-GB" sz="1200" dirty="0"/>
              <a:t>p99 in production</a:t>
            </a:r>
          </a:p>
          <a:p>
            <a:r>
              <a:rPr lang="en-GB" sz="1200" dirty="0"/>
              <a:t>Profile Latency to CDH</a:t>
            </a:r>
          </a:p>
        </p:txBody>
      </p:sp>
      <p:sp>
        <p:nvSpPr>
          <p:cNvPr id="5" name="Col3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r>
              <a:rPr lang="en-GB" b="1" sz="2200" dirty="0"/>
              <a:t>$35K/yr</a:t>
            </a:r>
          </a:p>
          <a:p>
            <a:r>
              <a:rPr lang="en-GB" sz="1200" dirty="0"/>
              <a:t>vs $2–5M SI build</a:t>
            </a:r>
          </a:p>
          <a:p>
            <a:r>
              <a:rPr lang="en-GB" sz="1200" dirty="0"/>
              <a:t>SaaS Replacement Cost</a:t>
            </a:r>
          </a:p>
        </p:txBody>
      </p:sp>
      <p:sp>
        <p:nvSpPr>
          <p:cNvPr id="6" name="Col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en-GB" b="1" sz="2200" dirty="0"/>
              <a:t>30 days</a:t>
            </a:r>
          </a:p>
          <a:p>
            <a:r>
              <a:rPr lang="en-GB" sz="1200" dirty="0"/>
              <a:t>vs 18-month SI project</a:t>
            </a:r>
          </a:p>
          <a:p>
            <a:r>
              <a:rPr lang="en-GB" sz="1200" dirty="0"/>
              <a:t>Time to First NBA Lift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DCS: The Only Partner Who Built This for Pega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sz="1300" dirty="0"/>
              <a:t>01</a:t>
            </a:r>
            <a:r>
              <a:rPr lang="en-GB" b="1" sz="1200" dirty="0"/>
              <a:t xml:space="preserve">  Deep Pega CDH Expertise</a:t>
            </a:r>
            <a:r>
              <a:rPr lang="en-GB" sz="1200" dirty="0"/>
              <a:t xml:space="preserve">   Certified implementation partner. 25+ years decisioning. We build and operate these systems.</a:t>
            </a:r>
          </a:p>
          <a:p>
            <a:r>
              <a:rPr lang="en-GB" b="1" sz="1300" dirty="0"/>
              <a:t>02</a:t>
            </a:r>
            <a:r>
              <a:rPr lang="en-GB" b="1" sz="1200" dirty="0"/>
              <a:t xml:space="preserve">  Purpose-Built for CDH</a:t>
            </a:r>
            <a:r>
              <a:rPr lang="en-GB" sz="1200" dirty="0"/>
              <a:t xml:space="preserve">   Designed around CDH’s 4 integration points. Not a repurposed generic CDP.</a:t>
            </a:r>
          </a:p>
          <a:p>
            <a:r>
              <a:rPr lang="en-GB" b="1" sz="1300" dirty="0"/>
              <a:t>03</a:t>
            </a:r>
            <a:r>
              <a:rPr lang="en-GB" b="1" sz="1200" dirty="0"/>
              <a:t xml:space="preserve">  Productised SaaS IP</a:t>
            </a:r>
            <a:r>
              <a:rPr lang="en-GB" sz="1200" dirty="0"/>
              <a:t xml:space="preserve">   Versioned product with documented APIs, automated tests and a 30-day SLA. Not bespoke SI.</a:t>
            </a:r>
          </a:p>
          <a:p>
            <a:r>
              <a:rPr lang="en-GB" b="1" sz="1300" dirty="0"/>
              <a:t>04</a:t>
            </a:r>
            <a:r>
              <a:rPr lang="en-GB" b="1" sz="1200" dirty="0"/>
              <a:t xml:space="preserve">  Reference Customer Live</a:t>
            </a:r>
            <a:r>
              <a:rPr lang="en-GB" sz="1200" dirty="0"/>
              <a:t xml:space="preserve">   Citadele Banka Latvia in production. Real metrics, real case study available.</a:t>
            </a:r>
          </a:p>
          <a:p>
            <a:r>
              <a:rPr lang="en-GB" b="1" sz="1300" dirty="0"/>
              <a:t>05</a:t>
            </a:r>
            <a:r>
              <a:rPr lang="en-GB" b="1" sz="1200" dirty="0"/>
              <a:t xml:space="preserve">  30-Day Guarantee</a:t>
            </a:r>
            <a:r>
              <a:rPr lang="en-GB" sz="1200" dirty="0"/>
              <a:t xml:space="preserve">   First CDH Bridge event to Pega CDH in 30 days — commercially guaranteed.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Not Adobe AEP or Salesforce Data Cloud?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sz="1200" dirty="0"/>
              <a:t>CDH Bridge (DCS)</a:t>
            </a:r>
          </a:p>
          <a:p>
            <a:r>
              <a:rPr lang="en-GB" sz="1200" dirty="0"/>
              <a:t>●  Built for Pega CDH: Native — 4 integration points</a:t>
            </a:r>
          </a:p>
          <a:p>
            <a:r>
              <a:rPr lang="en-GB" sz="1200" dirty="0"/>
              <a:t>●  Time to value: 30 days</a:t>
            </a:r>
          </a:p>
          <a:p>
            <a:r>
              <a:rPr lang="en-GB" sz="1200" dirty="0"/>
              <a:t>●  Cost: $35K–$200K/yr</a:t>
            </a:r>
          </a:p>
          <a:p>
            <a:r>
              <a:rPr lang="en-GB" sz="1200" dirty="0"/>
              <a:t>●  No stack dependency</a:t>
            </a:r>
          </a:p>
          <a:p>
            <a:r>
              <a:rPr lang="en-GB" sz="1200" dirty="0"/>
              <a:t>●  IH mapping: Automatic</a:t>
            </a:r>
          </a:p>
          <a:p>
            <a:r>
              <a:rPr lang="en-GB" sz="1200" dirty="0"/>
              <a:t>●  Feedback loop: Built-in</a:t>
            </a:r>
          </a:p>
          <a:p>
            <a:r>
              <a:rPr lang="en-GB" sz="1200" dirty="0"/>
              <a:t>●  Go-live: 30-day guarantee</a:t>
            </a:r>
          </a:p>
          <a:p>
            <a:r>
              <a:rPr lang="en-GB" sz="1200" dirty="0"/>
              <a:t/>
            </a:r>
          </a:p>
          <a:p>
            <a:r>
              <a:rPr lang="en-GB" b="1" sz="1200" dirty="0"/>
              <a:t>Adobe Experience Platform</a:t>
            </a:r>
          </a:p>
          <a:p>
            <a:r>
              <a:rPr lang="en-GB" sz="1200" dirty="0"/>
              <a:t>●  Built for Pega CDH: No — generic CDP, custom connector required</a:t>
            </a:r>
          </a:p>
          <a:p>
            <a:r>
              <a:rPr lang="en-GB" sz="1200" dirty="0"/>
              <a:t>●  Time to value: 12–18 months</a:t>
            </a:r>
          </a:p>
          <a:p>
            <a:r>
              <a:rPr lang="en-GB" sz="1200" dirty="0"/>
              <a:t>●  Cost: $500K–$3M/yr platform + SI fees</a:t>
            </a:r>
          </a:p>
          <a:p>
            <a:r>
              <a:rPr lang="en-GB" sz="1200" dirty="0"/>
              <a:t>●  Requires Adobe stack adoption</a:t>
            </a:r>
          </a:p>
          <a:p>
            <a:r>
              <a:rPr lang="en-GB" sz="1200" dirty="0"/>
              <a:t>●  IH mapping: Manual, bespoke build</a:t>
            </a:r>
          </a:p>
          <a:p>
            <a:r>
              <a:rPr lang="en-GB" sz="1200" dirty="0"/>
              <a:t>●  Feedback loop: Not available out of box</a:t>
            </a:r>
          </a:p>
          <a:p>
            <a:r>
              <a:rPr lang="en-GB" sz="1200" dirty="0"/>
              <a:t>●  Go-live: No SLA guarantee</a:t>
            </a:r>
          </a:p>
          <a:p>
            <a:r>
              <a:rPr lang="en-GB" sz="1200" dirty="0"/>
              <a:t/>
            </a:r>
          </a:p>
          <a:p>
            <a:r>
              <a:rPr lang="en-GB" b="1" sz="1200" dirty="0"/>
              <a:t>Salesforce Data Cloud</a:t>
            </a:r>
          </a:p>
          <a:p>
            <a:r>
              <a:rPr lang="en-GB" sz="1200" dirty="0"/>
              <a:t>●  Built for Pega CDH: No — Salesforce-native, CDH integration custom</a:t>
            </a:r>
          </a:p>
          <a:p>
            <a:r>
              <a:rPr lang="en-GB" sz="1200" dirty="0"/>
              <a:t>●  Time to value: 9–18 months</a:t>
            </a:r>
          </a:p>
          <a:p>
            <a:r>
              <a:rPr lang="en-GB" sz="1200" dirty="0"/>
              <a:t>●  Cost: $300K–$2M/yr platform + SI fees</a:t>
            </a:r>
          </a:p>
          <a:p>
            <a:r>
              <a:rPr lang="en-GB" sz="1200" dirty="0"/>
              <a:t>●  Requires Salesforce CRM dependency</a:t>
            </a:r>
          </a:p>
          <a:p>
            <a:r>
              <a:rPr lang="en-GB" sz="1200" dirty="0"/>
              <a:t>●  IH mapping: Manual, bespoke build</a:t>
            </a:r>
          </a:p>
          <a:p>
            <a:r>
              <a:rPr lang="en-GB" sz="1200" dirty="0"/>
              <a:t>●  Feedback loop: Not available out of box</a:t>
            </a:r>
          </a:p>
          <a:p>
            <a:r>
              <a:rPr lang="en-GB" sz="1200" dirty="0"/>
              <a:t>●  Go-live: No SLA guarantee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to Sell CDH Bridge To</a:t>
            </a:r>
          </a:p>
        </p:txBody>
      </p:sp>
      <p:sp>
        <p:nvSpPr>
          <p:cNvPr id="3" name="Badge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GB" dirty="0"/>
              <a:t>01</a:t>
            </a:r>
          </a:p>
        </p:txBody>
      </p:sp>
      <p:sp>
        <p:nvSpPr>
          <p:cNvPr id="4" name="Body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sz="1400" b="1" dirty="0"/>
              <a:t>THE FRUSTRATED PEGA CUSTOMER</a:t>
            </a:r>
          </a:p>
          <a:p>
            <a:r>
              <a:rPr lang="en-GB" sz="1200" i="1" dirty="0"/>
              <a:t>“CDH live. NBA underperforming. Blaming the AI, not the data.”</a:t>
            </a:r>
          </a:p>
          <a:p>
            <a:r>
              <a:rPr lang="en-GB" sz="1100" dirty="0"/>
              <a:t>● 12% or lower NBA acceptance rate</a:t>
            </a:r>
          </a:p>
          <a:p>
            <a:r>
              <a:rPr lang="en-GB" sz="1100" dirty="0"/>
              <a:t>● Invested in Pega AI, disappointed</a:t>
            </a:r>
          </a:p>
          <a:p>
            <a:r>
              <a:rPr lang="en-GB" sz="1100" dirty="0"/>
              <a:t>● CDH live 6+ months, still failing</a:t>
            </a:r>
          </a:p>
          <a:p>
            <a:r>
              <a:rPr lang="en-GB" sz="1100" dirty="0"/>
              <a:t>● Evaluating competitor CDPs</a:t>
            </a:r>
          </a:p>
          <a:p>
            <a:r>
              <a:rPr lang="en-GB" sz="1100" b="1" dirty="0"/>
              <a:t>Industries: FS, Telco, Insurance</a:t>
            </a:r>
          </a:p>
          <a:p>
            <a:r>
              <a:rPr lang="en-GB" sz="1100" b="1" dirty="0"/>
              <a:t>Entry: CDH Admin, VP CX</a:t>
            </a:r>
          </a:p>
        </p:txBody>
      </p:sp>
      <p:sp>
        <p:nvSpPr>
          <p:cNvPr id="5" name="Badge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GB" dirty="0"/>
              <a:t>02</a:t>
            </a:r>
          </a:p>
        </p:txBody>
      </p:sp>
      <p:sp>
        <p:nvSpPr>
          <p:cNvPr id="6" name="Body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GB" sz="1400" b="1" dirty="0"/>
              <a:t>THE PEGA EVALUATOR</a:t>
            </a:r>
          </a:p>
          <a:p>
            <a:r>
              <a:rPr lang="en-GB" sz="1200" i="1" dirty="0"/>
              <a:t>“Evaluating CDH. Worried about data integration cost.”</a:t>
            </a:r>
          </a:p>
          <a:p>
            <a:r>
              <a:rPr lang="en-GB" sz="1100" dirty="0"/>
              <a:t>● In CDH POC or evaluation stage</a:t>
            </a:r>
          </a:p>
          <a:p>
            <a:r>
              <a:rPr lang="en-GB" sz="1100" dirty="0"/>
              <a:t>● Asking: how do we feed it with data?</a:t>
            </a:r>
          </a:p>
          <a:p>
            <a:r>
              <a:rPr lang="en-GB" sz="1100" dirty="0"/>
              <a:t>● Has Salesforce/Snowflake/SAP stack</a:t>
            </a:r>
          </a:p>
          <a:p>
            <a:r>
              <a:rPr lang="en-GB" sz="1100" dirty="0"/>
              <a:t>● Budget for CDH + data platform</a:t>
            </a:r>
          </a:p>
          <a:p>
            <a:r>
              <a:rPr lang="en-GB" sz="1100" b="1" dirty="0"/>
              <a:t>Industries: Retail Banking, Utilities</a:t>
            </a:r>
          </a:p>
          <a:p>
            <a:r>
              <a:rPr lang="en-GB" sz="1100" b="1" dirty="0"/>
              <a:t>Entry: CTO, Chief Digital Officer</a:t>
            </a:r>
          </a:p>
        </p:txBody>
      </p:sp>
      <p:sp>
        <p:nvSpPr>
          <p:cNvPr id="7" name="Badge3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GB" dirty="0"/>
              <a:t>03</a:t>
            </a:r>
          </a:p>
        </p:txBody>
      </p:sp>
      <p:sp>
        <p:nvSpPr>
          <p:cNvPr id="8" name="Body3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GB" sz="1400" b="1" dirty="0"/>
              <a:t>THE EXISTING DCS CLIENT</a:t>
            </a:r>
          </a:p>
          <a:p>
            <a:r>
              <a:rPr lang="en-GB" sz="1200" i="1" dirty="0"/>
              <a:t>“DCS runs their CDH. Bridge is the natural next step.”</a:t>
            </a:r>
          </a:p>
          <a:p>
            <a:r>
              <a:rPr lang="en-GB" sz="1100" dirty="0"/>
              <a:t>● DCS has trust and access</a:t>
            </a:r>
          </a:p>
          <a:p>
            <a:r>
              <a:rPr lang="en-GB" sz="1100" dirty="0"/>
              <a:t>● We know their CDH architecture</a:t>
            </a:r>
          </a:p>
          <a:p>
            <a:r>
              <a:rPr lang="en-GB" sz="1100" dirty="0"/>
              <a:t>● Propose Bridge within delivery</a:t>
            </a:r>
          </a:p>
          <a:p>
            <a:r>
              <a:rPr lang="en-GB" sz="1100" dirty="0"/>
              <a:t>● SI project to recurring SaaS ARR</a:t>
            </a:r>
          </a:p>
          <a:p>
            <a:r>
              <a:rPr lang="en-GB" sz="1100" b="1" dirty="0"/>
              <a:t>Industries: Any active DCS engagement</a:t>
            </a:r>
          </a:p>
          <a:p>
            <a:r>
              <a:rPr lang="en-GB" sz="1100" b="1" dirty="0"/>
              <a:t>Entry: Existing programme sponsor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Go-To-Market: Land with CDH, Expand with Bridge</a:t>
            </a:r>
          </a:p>
        </p:txBody>
      </p:sp>
      <p:sp>
        <p:nvSpPr>
          <p:cNvPr id="3" name="Header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GB" dirty="0"/>
              <a:t>PHASE 1 | Months 1–6</a:t>
            </a:r>
          </a:p>
        </p:txBody>
      </p:sp>
      <p:sp>
        <p:nvSpPr>
          <p:cNvPr id="4" name="Body1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GB" sz="2000" b="1" dirty="0"/>
              <a:t>LAND</a:t>
            </a:r>
          </a:p>
          <a:p>
            <a:r>
              <a:rPr lang="en-GB" sz="1200" dirty="0"/>
              <a:t>Goal: $75K/month ARR, 3 design partners</a:t>
            </a:r>
          </a:p>
          <a:p>
            <a:r>
              <a:rPr lang="en-GB" sz="1100" dirty="0"/>
              <a:t>● Target top 20 Pega CDH accounts</a:t>
            </a:r>
          </a:p>
          <a:p>
            <a:r>
              <a:rPr lang="en-GB" sz="1100" dirty="0"/>
              <a:t>● 3 partners at $25K/month</a:t>
            </a:r>
          </a:p>
          <a:p>
            <a:r>
              <a:rPr lang="en-GB" sz="1100" dirty="0"/>
              <a:t>● 30-day POC, prove NBA lift</a:t>
            </a:r>
          </a:p>
          <a:p>
            <a:r>
              <a:rPr lang="en-GB" sz="1100" dirty="0"/>
              <a:t>● Build Citadele reference</a:t>
            </a:r>
          </a:p>
          <a:p>
            <a:r>
              <a:rPr lang="en-GB" sz="1100" b="1" dirty="0"/>
              <a:t>Starter: $8K/month</a:t>
            </a:r>
          </a:p>
          <a:p>
            <a:r>
              <a:rPr lang="en-GB" sz="1100" dirty="0"/>
              <a:t>5M profiles | 1 CDH connection</a:t>
            </a:r>
          </a:p>
        </p:txBody>
      </p:sp>
      <p:sp>
        <p:nvSpPr>
          <p:cNvPr id="5" name="Header2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GB" dirty="0"/>
              <a:t>PHASE 3 | Month 12+</a:t>
            </a:r>
          </a:p>
        </p:txBody>
      </p:sp>
      <p:sp>
        <p:nvSpPr>
          <p:cNvPr id="6" name="Body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GB" sz="2000" b="1" dirty="0"/>
              <a:t>SCALE</a:t>
            </a:r>
          </a:p>
          <a:p>
            <a:r>
              <a:rPr lang="en-GB" sz="1200" dirty="0"/>
              <a:t>Goal: $3M ARR, Pega OEM conversation</a:t>
            </a:r>
          </a:p>
          <a:p>
            <a:r>
              <a:rPr lang="en-GB" sz="1100" dirty="0"/>
              <a:t>● OEM / Pega Data Cloud deal</a:t>
            </a:r>
          </a:p>
          <a:p>
            <a:r>
              <a:rPr lang="en-GB" sz="1100" dirty="0"/>
              <a:t>● Analyst briefings: Forrester, Gartner</a:t>
            </a:r>
          </a:p>
          <a:p>
            <a:r>
              <a:rPr lang="en-GB" sz="1100" dirty="0"/>
              <a:t>● Target acquisition $35–60M</a:t>
            </a:r>
          </a:p>
          <a:p>
            <a:r>
              <a:rPr lang="en-GB" sz="1100" dirty="0"/>
              <a:t>● Expand to other CEP customers</a:t>
            </a:r>
          </a:p>
          <a:p>
            <a:r>
              <a:rPr lang="en-GB" sz="1100" b="1" dirty="0"/>
              <a:t>Enterprise: $75K–$200K/month</a:t>
            </a:r>
          </a:p>
          <a:p>
            <a:r>
              <a:rPr lang="en-GB" sz="1100" dirty="0"/>
              <a:t>VPC deploy | SLA | Dedicated CSM</a:t>
            </a:r>
          </a:p>
        </p:txBody>
      </p:sp>
      <p:sp>
        <p:nvSpPr>
          <p:cNvPr id="7" name="Header3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en-GB" dirty="0"/>
              <a:t>PHASE 2 | Months 6–12</a:t>
            </a:r>
          </a:p>
        </p:txBody>
      </p:sp>
      <p:sp>
        <p:nvSpPr>
          <p:cNvPr id="8" name="Body3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GB" sz="2000" b="1" dirty="0"/>
              <a:t>EXPAND</a:t>
            </a:r>
          </a:p>
          <a:p>
            <a:r>
              <a:rPr lang="en-GB" sz="1200" dirty="0"/>
              <a:t>Goal: $500K ARR, Pega co-sell active</a:t>
            </a:r>
          </a:p>
          <a:p>
            <a:r>
              <a:rPr lang="en-GB" sz="1100" dirty="0"/>
              <a:t>● Pega Technology Partner cert</a:t>
            </a:r>
          </a:p>
          <a:p>
            <a:r>
              <a:rPr lang="en-GB" sz="1100" dirty="0"/>
              <a:t>● Co-sell with Pega field sales</a:t>
            </a:r>
          </a:p>
          <a:p>
            <a:r>
              <a:rPr lang="en-GB" sz="1100" dirty="0"/>
              <a:t>● GSI partner onboarding</a:t>
            </a:r>
          </a:p>
          <a:p>
            <a:r>
              <a:rPr lang="en-GB" sz="1100" dirty="0"/>
              <a:t>● 5 more clients from referrals</a:t>
            </a:r>
          </a:p>
          <a:p>
            <a:r>
              <a:rPr lang="en-GB" sz="1100" b="1" dirty="0"/>
              <a:t>Growth: $25K/month</a:t>
            </a:r>
          </a:p>
          <a:p>
            <a:r>
              <a:rPr lang="en-GB" sz="1100" dirty="0"/>
              <a:t>25M profiles | Unlimited connections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CDH Bridge is Live — Try It Now</a:t>
            </a:r>
          </a:p>
        </p:txBody>
      </p:sp>
      <p:sp>
        <p:nvSpPr>
          <p:cNvPr id="3" name="LeftCol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GB" sz="1300" b="1" dirty="0"/>
              <a:t>All demo environments deployed</a:t>
            </a:r>
          </a:p>
          <a:p>
            <a:r>
              <a:rPr lang="en-GB" sz="1200" b="1" dirty="0"/>
              <a:t>CDH Bridge Dashboard</a:t>
            </a:r>
            <a:r>
              <a:rPr lang="en-GB" sz="1200" dirty="0"/>
              <a:t xml:space="preserve"> cdh-bridge-dashboard.vercel.app</a:t>
            </a:r>
          </a:p>
          <a:p>
            <a:r>
              <a:rPr lang="en-GB" sz="1100" dirty="0"/>
              <a:t>Full admin — live events, NBA lift, identity graph</a:t>
            </a:r>
          </a:p>
          <a:p>
            <a:r>
              <a:rPr lang="en-GB" sz="1200" b="1" dirty="0"/>
              <a:t>DemoBank Web</a:t>
            </a:r>
            <a:r>
              <a:rPr lang="en-GB" sz="1200" dirty="0"/>
              <a:t xml:space="preserve"> cdh-bridge-demos.vercel.app/web</a:t>
            </a:r>
          </a:p>
          <a:p>
            <a:r>
              <a:rPr lang="en-GB" sz="1100" dirty="0"/>
              <a:t>Desktop SPA — 6 scenarios, live NBA offers</a:t>
            </a:r>
          </a:p>
          <a:p>
            <a:r>
              <a:rPr lang="en-GB" sz="1200" b="1" dirty="0"/>
              <a:t>DemoBank Mobile</a:t>
            </a:r>
            <a:r>
              <a:rPr lang="en-GB" sz="1200" dirty="0"/>
              <a:t xml:space="preserve"> cdh-bridge-demos.vercel.app/mobile</a:t>
            </a:r>
          </a:p>
          <a:p>
            <a:r>
              <a:rPr lang="en-GB" sz="1100" dirty="0"/>
              <a:t>iOS-style — Face ID login, NBA smart offer</a:t>
            </a:r>
          </a:p>
          <a:p>
            <a:r>
              <a:rPr lang="en-GB" sz="1200" b="1" dirty="0"/>
              <a:t>Citadele Banka Demo</a:t>
            </a:r>
            <a:r>
              <a:rPr lang="en-GB" sz="1200" dirty="0"/>
              <a:t xml:space="preserve"> cdh-bridge-demos.vercel.app/citadele</a:t>
            </a:r>
          </a:p>
          <a:p>
            <a:r>
              <a:rPr lang="en-GB" sz="1100" dirty="0"/>
              <a:t>Latvia banking — Latvian UI, DCS + Pega attribution</a:t>
            </a:r>
          </a:p>
        </p:txBody>
      </p:sp>
      <p:sp>
        <p:nvSpPr>
          <p:cNvPr id="4" name="RightCol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GB" sz="1200" b="1" dirty="0"/>
              <a:t>Team Cookbook</a:t>
            </a:r>
            <a:r>
              <a:rPr lang="en-GB" sz="1200" dirty="0"/>
              <a:t xml:space="preserve"> cdh-bridge-demos.vercel.app/cookbook</a:t>
            </a:r>
          </a:p>
          <a:p>
            <a:r>
              <a:rPr lang="en-GB" sz="1100" dirty="0"/>
              <a:t>73 curl recipes, SDK reference, deployment guide</a:t>
            </a:r>
          </a:p>
          <a:p>
            <a:r>
              <a:rPr lang="en-GB" sz="1200" b="1" dirty="0"/>
              <a:t>GitHub</a:t>
            </a:r>
            <a:r>
              <a:rPr lang="en-GB" sz="1200" dirty="0"/>
              <a:t xml:space="preserve"> github.com/sunilmlodha/cdh-bridge</a:t>
            </a:r>
          </a:p>
          <a:p>
            <a:r>
              <a:rPr lang="en-GB" sz="1100" dirty="0"/>
              <a:t>Full source — 7 microservices, CI/CD, identity</a:t>
            </a:r>
          </a:p>
          <a:p>
            <a:r>
              <a:rPr lang="en-GB" sz="1200" b="1" dirty="0"/>
              <a:t>SDK in 3 lines:</a:t>
            </a:r>
          </a:p>
          <a:p>
            <a:r>
              <a:rPr lang="en-GB" sz="1100" dirty="0"/>
              <a:t>Load: nexus.js from cdh-bridge-demos.vercel.app/sdk/</a:t>
            </a:r>
          </a:p>
          <a:p>
            <a:r>
              <a:rPr lang="en-GB" sz="1100" dirty="0"/>
              <a:t>Init: NexusCDP.init({ apiKey: “pk_your_key” });</a:t>
            </a:r>
          </a:p>
          <a:p>
            <a:r>
              <a:rPr lang="en-GB" sz="1100" dirty="0"/>
              <a:t>Track: NexusCDP.track(“product_view”, {...});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Start the Conversation</a:t>
            </a:r>
          </a:p>
        </p:txBody>
      </p:sp>
      <p:sp>
        <p:nvSpPr>
          <p:cNvPr id="3" name="Badge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GB" dirty="0"/>
              <a:t>01</a:t>
            </a:r>
          </a:p>
        </p:txBody>
      </p:sp>
      <p:sp>
        <p:nvSpPr>
          <p:cNvPr id="4" name="Body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sz="1400" b="1" dirty="0"/>
              <a:t>Book a 30-Min Demo</a:t>
            </a:r>
          </a:p>
          <a:p>
            <a:r>
              <a:rPr lang="en-GB" sz="1200" dirty="0"/>
              <a:t>See CDH Bridge live with your Pega CDH sandbox. We walk through a real customer journey — anonymous browse to NBA acceptance — and show exact latency and lift numbers.</a:t>
            </a:r>
          </a:p>
          <a:p>
            <a:r>
              <a:rPr lang="en-GB" sz="1200" b="1" dirty="0"/>
              <a:t>Book demo → calendly.com/wearedcs</a:t>
            </a:r>
          </a:p>
        </p:txBody>
      </p:sp>
      <p:sp>
        <p:nvSpPr>
          <p:cNvPr id="5" name="Badge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GB" dirty="0"/>
              <a:t>02</a:t>
            </a:r>
          </a:p>
        </p:txBody>
      </p:sp>
      <p:sp>
        <p:nvSpPr>
          <p:cNvPr id="6" name="Body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GB" sz="1400" b="1" dirty="0"/>
              <a:t>Run a 30-Day POC</a:t>
            </a:r>
          </a:p>
          <a:p>
            <a:r>
              <a:rPr lang="en-GB" sz="1200" dirty="0"/>
              <a:t>We connect CDH Bridge to one data source at your client site. Within 30 days: measurable before/after NBA comparison. We guarantee a result or refund month 1.</a:t>
            </a:r>
          </a:p>
          <a:p>
            <a:r>
              <a:rPr lang="en-GB" sz="1200" b="1" dirty="0"/>
              <a:t>Start POC → sunil@wearedcs.com</a:t>
            </a:r>
          </a:p>
        </p:txBody>
      </p:sp>
      <p:sp>
        <p:nvSpPr>
          <p:cNvPr id="7" name="Badge3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GB" dirty="0"/>
              <a:t>03</a:t>
            </a:r>
          </a:p>
        </p:txBody>
      </p:sp>
      <p:sp>
        <p:nvSpPr>
          <p:cNvPr id="8" name="Body3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GB" sz="1400" b="1" dirty="0"/>
              <a:t>Propose to a Client</a:t>
            </a:r>
          </a:p>
          <a:p>
            <a:r>
              <a:rPr lang="en-GB" sz="1200" dirty="0"/>
              <a:t>Tell us which Pega CDH client is underperforming. DCS builds the business case, pricing, and this deck in your client’s branding. You bring the relationship.</a:t>
            </a:r>
          </a:p>
          <a:p>
            <a:r>
              <a:rPr lang="en-GB" sz="1200" b="1" dirty="0"/>
              <a:t>Propose → nanjundan@wearedcs.com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1"/>
          <p:cNvSpPr/>
          <p:nvPr/>
        </p:nvSpPr>
        <p:spPr>
          <a:xfrm>
            <a:off x="609600" y="457200"/>
            <a:ext cx="8229600" cy="800100"/>
          </a:xfrm>
          <a:prstGeom prst="rect">
            <a:avLst/>
          </a:prstGeom>
          <a:noFill/>
        </p:spPr>
        <p:txBody>
          <a:bodyPr/>
          <a:lstStyle/>
          <a:p>
            <a:r>
              <a:rPr lang="en-GB" sz="3600" b="1">
                <a:solidFill>
                  <a:srgbClr val="0F0E5A"/>
                </a:solidFill>
              </a:rPr>
              <a:t>CDH Bridge</a:t>
            </a:r>
          </a:p>
        </p:txBody>
      </p:sp>
      <p:sp>
        <p:nvSpPr>
          <p:cNvPr id="3" name="Text2"/>
          <p:cNvSpPr/>
          <p:nvPr/>
        </p:nvSpPr>
        <p:spPr>
          <a:xfrm>
            <a:off x="609600" y="1257300"/>
            <a:ext cx="8229600" cy="571500"/>
          </a:xfrm>
          <a:prstGeom prst="rect">
            <a:avLst/>
          </a:prstGeom>
          <a:noFill/>
        </p:spPr>
        <p:txBody>
          <a:bodyPr/>
          <a:lstStyle/>
          <a:p>
            <a:r>
              <a:rPr lang="en-GB" sz="1600">
                <a:solidFill>
                  <a:srgbClr val="0F0E5A"/>
                </a:solidFill>
              </a:rPr>
              <a:t>The fastest path to real-time NBA accuracy for Pega CDH customers.</a:t>
            </a:r>
          </a:p>
        </p:txBody>
      </p:sp>
      <p:sp>
        <p:nvSpPr>
          <p:cNvPr id="4" name="Text3"/>
          <p:cNvSpPr/>
          <p:nvPr/>
        </p:nvSpPr>
        <p:spPr>
          <a:xfrm>
            <a:off x="609600" y="1828800"/>
            <a:ext cx="82296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GB" sz="1400" b="1">
                <a:solidFill>
                  <a:srgbClr val="2B65F6"/>
                </a:solidFill>
              </a:rPr>
              <a:t>Built by DCS. Powered by Pega. Live in 30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DCS 2023">
      <a:dk1>
        <a:srgbClr val="0F0E5A"/>
      </a:dk1>
      <a:lt1>
        <a:srgbClr val="FFFFFF"/>
      </a:lt1>
      <a:dk2>
        <a:srgbClr val="2B65F6"/>
      </a:dk2>
      <a:lt2>
        <a:srgbClr val="D0D9E3"/>
      </a:lt2>
      <a:accent1>
        <a:srgbClr val="49DEB6"/>
      </a:accent1>
      <a:accent2>
        <a:srgbClr val="0F0E5A"/>
      </a:accent2>
      <a:accent3>
        <a:srgbClr val="2B65F6"/>
      </a:accent3>
      <a:accent4>
        <a:srgbClr val="2B96F7"/>
      </a:accent4>
      <a:accent5>
        <a:srgbClr val="28E6FA"/>
      </a:accent5>
      <a:accent6>
        <a:srgbClr val="76809A"/>
      </a:accent6>
      <a:hlink>
        <a:srgbClr val="49DEB6"/>
      </a:hlink>
      <a:folHlink>
        <a:srgbClr val="5DCB9E"/>
      </a:folHlink>
    </a:clrScheme>
    <a:fontScheme name="DCS Updated">
      <a:majorFont>
        <a:latin typeface="Cabinet Grotesk Medium"/>
        <a:ea typeface=""/>
        <a:cs typeface=""/>
      </a:majorFont>
      <a:minorFont>
        <a:latin typeface="Cabinet Grotesk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3"/>
            </a:gs>
            <a:gs pos="39000">
              <a:schemeClr val="accent4"/>
            </a:gs>
            <a:gs pos="99000">
              <a:schemeClr val="accent1"/>
            </a:gs>
          </a:gsLst>
          <a:lin ang="2700000" scaled="1"/>
          <a:tileRect/>
        </a:gra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CS PPT Template v3" id="{B0D0BC19-0052-9348-8BEF-854E5ECA161B}" vid="{D424A766-C0DF-8240-B898-79756C74C2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6b655d9-60f1-46d3-bc9b-8fb7ca506cc6">
      <Terms xmlns="http://schemas.microsoft.com/office/infopath/2007/PartnerControls"/>
    </lcf76f155ced4ddcb4097134ff3c332f>
    <TaxCatchAll xmlns="231d4109-3b05-4d1f-abc2-abdc450244bb" xsi:nil="true"/>
    <SharedWithUsers xmlns="231d4109-3b05-4d1f-abc2-abdc450244bb">
      <UserInfo>
        <DisplayName>Douglas Hampton</DisplayName>
        <AccountId>17</AccountId>
        <AccountType/>
      </UserInfo>
      <UserInfo>
        <DisplayName>Sunil Lodha</DisplayName>
        <AccountId>12</AccountId>
        <AccountType/>
      </UserInfo>
      <UserInfo>
        <DisplayName>Sanjay Jobanputra</DisplayName>
        <AccountId>37</AccountId>
        <AccountType/>
      </UserInfo>
      <UserInfo>
        <DisplayName>Emma Laden</DisplayName>
        <AccountId>30</AccountId>
        <AccountType/>
      </UserInfo>
      <UserInfo>
        <DisplayName>Andreas Liljeberg</DisplayName>
        <AccountId>18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E668945F4DA844B4D7F63F923EF8A0" ma:contentTypeVersion="17" ma:contentTypeDescription="Create a new document." ma:contentTypeScope="" ma:versionID="fffa8a5c6a646c723fddbc1ce3b05caf">
  <xsd:schema xmlns:xsd="http://www.w3.org/2001/XMLSchema" xmlns:xs="http://www.w3.org/2001/XMLSchema" xmlns:p="http://schemas.microsoft.com/office/2006/metadata/properties" xmlns:ns2="f6b655d9-60f1-46d3-bc9b-8fb7ca506cc6" xmlns:ns3="231d4109-3b05-4d1f-abc2-abdc450244bb" targetNamespace="http://schemas.microsoft.com/office/2006/metadata/properties" ma:root="true" ma:fieldsID="dd1f7cb4d09ae789d9768d69c6f04e5d" ns2:_="" ns3:_="">
    <xsd:import namespace="f6b655d9-60f1-46d3-bc9b-8fb7ca506cc6"/>
    <xsd:import namespace="231d4109-3b05-4d1f-abc2-abdc450244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b655d9-60f1-46d3-bc9b-8fb7ca506c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ec8820f-0580-4d6a-927f-b5dcb30ef0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1d4109-3b05-4d1f-abc2-abdc450244b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7a57b1f-d278-4817-abef-db1489ed1dc7}" ma:internalName="TaxCatchAll" ma:showField="CatchAllData" ma:web="231d4109-3b05-4d1f-abc2-abdc450244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72541F-D729-4185-834B-FDF9B8C492CB}">
  <ds:schemaRefs>
    <ds:schemaRef ds:uri="http://www.w3.org/XML/1998/namespace"/>
    <ds:schemaRef ds:uri="http://schemas.microsoft.com/office/2006/documentManagement/types"/>
    <ds:schemaRef ds:uri="http://purl.org/dc/elements/1.1/"/>
    <ds:schemaRef ds:uri="f6b655d9-60f1-46d3-bc9b-8fb7ca506cc6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231d4109-3b05-4d1f-abc2-abdc450244bb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4BF4E9A-DD90-40E9-82EC-006155A0141A}">
  <ds:schemaRefs>
    <ds:schemaRef ds:uri="231d4109-3b05-4d1f-abc2-abdc450244bb"/>
    <ds:schemaRef ds:uri="f6b655d9-60f1-46d3-bc9b-8fb7ca506cc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8334AEC-5E31-4908-AD36-01A323C3EB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11740</Words>
  <Application>Microsoft Office PowerPoint</Application>
  <PresentationFormat>Widescreen</PresentationFormat>
  <Paragraphs>1100</Paragraphs>
  <Slides>62</Slides>
  <Notes>57</Notes>
  <HiddenSlides>20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1_Office Theme</vt:lpstr>
      <vt:lpstr>PowerPoint Presentation</vt:lpstr>
      <vt:lpstr>With you today</vt:lpstr>
      <vt:lpstr>Further detail – Videos on Demand</vt:lpstr>
      <vt:lpstr>The Decisioning landscape at NatWest</vt:lpstr>
      <vt:lpstr>Key themes</vt:lpstr>
      <vt:lpstr>What are the 3 key things we want you to come away with?</vt:lpstr>
      <vt:lpstr>What does the future look like?</vt:lpstr>
      <vt:lpstr>Further experts not with us today</vt:lpstr>
      <vt:lpstr>A welcome message from Sunil Lodha </vt:lpstr>
      <vt:lpstr>Today’s Agenda </vt:lpstr>
      <vt:lpstr>PowerPoint Presentation</vt:lpstr>
      <vt:lpstr>The Decisioning landscape at NatWest</vt:lpstr>
      <vt:lpstr>Key themes</vt:lpstr>
      <vt:lpstr>PowerPoint Presentation</vt:lpstr>
      <vt:lpstr>1:1 Customer Engagement Transformation </vt:lpstr>
      <vt:lpstr>How do you eat an elephant?</vt:lpstr>
      <vt:lpstr>1:1 Customer Engagement Matrix </vt:lpstr>
      <vt:lpstr>How does it work?</vt:lpstr>
      <vt:lpstr>Prioritisation</vt:lpstr>
      <vt:lpstr>1:1 Customer Engagement Roadmap</vt:lpstr>
      <vt:lpstr>PowerPoint Presentation</vt:lpstr>
      <vt:lpstr>Key challenges and needs…</vt:lpstr>
      <vt:lpstr>Replacing legacy outbound with Pega Cloud</vt:lpstr>
      <vt:lpstr>Benefits and Considerations</vt:lpstr>
      <vt:lpstr>DCS Recommendation</vt:lpstr>
      <vt:lpstr>Multi-apps in Pega CDH</vt:lpstr>
      <vt:lpstr>PowerPoint Presentation</vt:lpstr>
      <vt:lpstr>Key challenges and needs…</vt:lpstr>
      <vt:lpstr>Delivering data for decisioning, quickly</vt:lpstr>
      <vt:lpstr>A Data Strategy for Customer Experience</vt:lpstr>
      <vt:lpstr>Data in the Opportunity domain</vt:lpstr>
      <vt:lpstr>Example – addressing over-spending</vt:lpstr>
      <vt:lpstr>PowerPoint Presentation</vt:lpstr>
      <vt:lpstr>On-premise data setup today </vt:lpstr>
      <vt:lpstr>Pega Customer Profile Designer (CPD)</vt:lpstr>
      <vt:lpstr>Pega Cloud Pipelines </vt:lpstr>
      <vt:lpstr>Data Process </vt:lpstr>
      <vt:lpstr>Decisioning Data Process</vt:lpstr>
      <vt:lpstr>Evidence behind having a Decisioning Data Process</vt:lpstr>
      <vt:lpstr>PowerPoint Presentation</vt:lpstr>
      <vt:lpstr>What does the future look like?</vt:lpstr>
      <vt:lpstr>PowerPoint Presentation</vt:lpstr>
      <vt:lpstr>PowerPoint Presentation</vt:lpstr>
      <vt:lpstr>One more thing… </vt:lpstr>
      <vt:lpstr>What does the future look like? </vt:lpstr>
      <vt:lpstr>The vision</vt:lpstr>
      <vt:lpstr>DCS approach to ‘Shaping the Opportunity’</vt:lpstr>
      <vt:lpstr>… has these positive transformations</vt:lpstr>
      <vt:lpstr>1:1 Customer Engagement Transformation </vt:lpstr>
      <vt:lpstr>PowerPoint Presentation</vt:lpstr>
      <vt:lpstr>Migrating Legacy Outbound Campaigns - Option 2</vt:lpstr>
      <vt:lpstr>Considerations</vt:lpstr>
      <vt:lpstr>Key needs and challenges</vt:lpstr>
      <vt:lpstr>Key challenges and needs…</vt:lpstr>
      <vt:lpstr>Delivering data for decisioning, quickly</vt:lpstr>
      <vt:lpstr>Background</vt:lpstr>
      <vt:lpstr>DCS Recommendation </vt:lpstr>
      <vt:lpstr>Section 4</vt:lpstr>
      <vt:lpstr>Engagement mix </vt:lpstr>
      <vt:lpstr>Data Science – Applying some rigour</vt:lpstr>
      <vt:lpstr>‘Explore vs Exploit Balance’</vt:lpstr>
      <vt:lpstr>Pega Cloud Pipelines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NWB Olympus Ideas deck - draft</dc:title>
  <dc:creator>Andreas Liljeberg</dc:creator>
  <cp:lastModifiedBy>Sunil Lodha</cp:lastModifiedBy>
  <cp:revision>4</cp:revision>
  <cp:lastPrinted>1601-01-01T00:00:00Z</cp:lastPrinted>
  <dcterms:created xsi:type="dcterms:W3CDTF">2024-01-08T16:25:18Z</dcterms:created>
  <dcterms:modified xsi:type="dcterms:W3CDTF">2025-10-20T09:25:47Z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0x0101006BE668945F4DA844B4D7F63F923EF8A0</vt:lpwstr>
  </property>
  <property fmtid="{D5CDD505-2E9C-101B-9397-08002B2CF9AE}" pid="3" name="MediaServiceImageTags">
    <vt:lpwstr/>
  </property>
</Properties>
</file>